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  <p:sldMasterId id="2147483653" r:id="rId2"/>
  </p:sldMasterIdLst>
  <p:notesMasterIdLst>
    <p:notesMasterId r:id="rId24"/>
  </p:notesMasterIdLst>
  <p:sldIdLst>
    <p:sldId id="256" r:id="rId3"/>
    <p:sldId id="261" r:id="rId4"/>
    <p:sldId id="360" r:id="rId5"/>
    <p:sldId id="362" r:id="rId6"/>
    <p:sldId id="357" r:id="rId7"/>
    <p:sldId id="352" r:id="rId8"/>
    <p:sldId id="363" r:id="rId9"/>
    <p:sldId id="347" r:id="rId10"/>
    <p:sldId id="301" r:id="rId11"/>
    <p:sldId id="303" r:id="rId12"/>
    <p:sldId id="339" r:id="rId13"/>
    <p:sldId id="302" r:id="rId14"/>
    <p:sldId id="305" r:id="rId15"/>
    <p:sldId id="321" r:id="rId16"/>
    <p:sldId id="304" r:id="rId17"/>
    <p:sldId id="311" r:id="rId18"/>
    <p:sldId id="358" r:id="rId19"/>
    <p:sldId id="359" r:id="rId20"/>
    <p:sldId id="364" r:id="rId21"/>
    <p:sldId id="365" r:id="rId22"/>
    <p:sldId id="262" r:id="rId23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47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AD3E9"/>
    <a:srgbClr val="A4B4EA"/>
    <a:srgbClr val="E3E18B"/>
    <a:srgbClr val="98DFBB"/>
    <a:srgbClr val="F8B2A3"/>
    <a:srgbClr val="EFEEBB"/>
    <a:srgbClr val="FACBC2"/>
    <a:srgbClr val="FAD2CA"/>
    <a:srgbClr val="F8F7E0"/>
    <a:srgbClr val="FCE1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 autoAdjust="0"/>
    <p:restoredTop sz="93450" autoAdjust="0"/>
  </p:normalViewPr>
  <p:slideViewPr>
    <p:cSldViewPr>
      <p:cViewPr varScale="1">
        <p:scale>
          <a:sx n="82" d="100"/>
          <a:sy n="82" d="100"/>
        </p:scale>
        <p:origin x="906" y="72"/>
      </p:cViewPr>
      <p:guideLst>
        <p:guide orient="horz" pos="1847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FE4780-4742-4AF7-B9F6-29387D06C872}" type="datetimeFigureOut">
              <a:rPr lang="ko-KR" altLang="en-US" smtClean="0"/>
              <a:t>2024-01-01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20E160-F603-41F3-A192-DC95957721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1441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20E160-F603-41F3-A192-DC95957721C3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68198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5712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2843808" y="377122"/>
            <a:ext cx="3456384" cy="3465247"/>
            <a:chOff x="1115616" y="1275607"/>
            <a:chExt cx="2585656" cy="2592286"/>
          </a:xfrm>
        </p:grpSpPr>
        <p:pic>
          <p:nvPicPr>
            <p:cNvPr id="5" name="Picture 2" descr="E:\002-KIMS BUSINESS\007-02-Googleslidesppt\02-GSppt-Contents-Kim\20170215\03-abs\item01-png.png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5616" y="1275607"/>
              <a:ext cx="2585656" cy="25922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Oval 5"/>
            <p:cNvSpPr/>
            <p:nvPr userDrawn="1"/>
          </p:nvSpPr>
          <p:spPr>
            <a:xfrm>
              <a:off x="1796376" y="1959682"/>
              <a:ext cx="1224136" cy="122413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innerShdw blurRad="63500" dist="38100" dir="18900000">
                <a:prstClr val="black">
                  <a:alpha val="29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829098" y="3829794"/>
            <a:ext cx="3456384" cy="5760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Welcome!!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828950" y="4443958"/>
            <a:ext cx="3456384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1376203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290409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12904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63568" y="1599822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2842131" y="1597374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4834733" y="1597374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6827011" y="1599822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" name="Block Arc 1"/>
          <p:cNvSpPr/>
          <p:nvPr userDrawn="1"/>
        </p:nvSpPr>
        <p:spPr>
          <a:xfrm>
            <a:off x="683568" y="1419822"/>
            <a:ext cx="1800000" cy="1800000"/>
          </a:xfrm>
          <a:prstGeom prst="blockArc">
            <a:avLst>
              <a:gd name="adj1" fmla="val 10800000"/>
              <a:gd name="adj2" fmla="val 94979"/>
              <a:gd name="adj3" fmla="val 5402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Block Arc 11"/>
          <p:cNvSpPr/>
          <p:nvPr userDrawn="1"/>
        </p:nvSpPr>
        <p:spPr>
          <a:xfrm>
            <a:off x="2671382" y="1419822"/>
            <a:ext cx="1800000" cy="1800000"/>
          </a:xfrm>
          <a:prstGeom prst="blockArc">
            <a:avLst>
              <a:gd name="adj1" fmla="val 10800000"/>
              <a:gd name="adj2" fmla="val 94979"/>
              <a:gd name="adj3" fmla="val 540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Block Arc 12"/>
          <p:cNvSpPr/>
          <p:nvPr userDrawn="1"/>
        </p:nvSpPr>
        <p:spPr>
          <a:xfrm>
            <a:off x="4659196" y="1419822"/>
            <a:ext cx="1800000" cy="1800000"/>
          </a:xfrm>
          <a:prstGeom prst="blockArc">
            <a:avLst>
              <a:gd name="adj1" fmla="val 10800000"/>
              <a:gd name="adj2" fmla="val 94979"/>
              <a:gd name="adj3" fmla="val 5402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" name="Block Arc 13"/>
          <p:cNvSpPr/>
          <p:nvPr userDrawn="1"/>
        </p:nvSpPr>
        <p:spPr>
          <a:xfrm>
            <a:off x="6647011" y="1419822"/>
            <a:ext cx="1800000" cy="1800000"/>
          </a:xfrm>
          <a:prstGeom prst="blockArc">
            <a:avLst>
              <a:gd name="adj1" fmla="val 10800000"/>
              <a:gd name="adj2" fmla="val 94979"/>
              <a:gd name="adj3" fmla="val 5402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EDBECCA6-8618-46C3-A8D4-3B6399CCEF8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1D40A599-6D66-4DC9-82BB-52C171B56BB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33499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354008" y="1131589"/>
            <a:ext cx="2849840" cy="364917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8182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2771800" y="1404764"/>
            <a:ext cx="6372200" cy="302433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A6C3AF05-0B8F-485E-983F-1B40340199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D183D1CC-DF98-45E3-B7CE-601603E40D0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1919319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0" y="0"/>
            <a:ext cx="3059832" cy="21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6084000" y="2947500"/>
            <a:ext cx="3060000" cy="21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14479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528392" y="0"/>
            <a:ext cx="2123728" cy="32198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7020272" y="1923678"/>
            <a:ext cx="2123728" cy="32198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80251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717858" y="1275606"/>
            <a:ext cx="2448545" cy="202405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3339542" y="1275606"/>
            <a:ext cx="2448273" cy="202405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60954" y="1275606"/>
            <a:ext cx="2448273" cy="202405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DDA4CE02-F7F3-4BCD-B8DB-4DFD03965E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39A54B34-6F96-4E3E-B72E-E680E3CE271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483997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D:\Fullppt\005-PNG이미지\모니터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2286" y="1275606"/>
            <a:ext cx="2923753" cy="2518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3" descr="D:\Fullppt\005-PNG이미지\모니터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2646" y="1275606"/>
            <a:ext cx="2923753" cy="2518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582656" y="1374406"/>
            <a:ext cx="2700000" cy="15848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820964" y="1374406"/>
            <a:ext cx="2736000" cy="15848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2F3CBFE9-6225-4EAB-9415-3558F6BE9A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9E9189EF-3C10-45A2-8749-4187192ACE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17308940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onut 3"/>
          <p:cNvSpPr/>
          <p:nvPr userDrawn="1"/>
        </p:nvSpPr>
        <p:spPr>
          <a:xfrm>
            <a:off x="2847111" y="1179745"/>
            <a:ext cx="3401564" cy="3401564"/>
          </a:xfrm>
          <a:prstGeom prst="donut">
            <a:avLst>
              <a:gd name="adj" fmla="val 1353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5" name="Picture 2" descr="D:\Fullppt\PNG이미지\핸드폰2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5225" y="1079005"/>
            <a:ext cx="3373328" cy="4085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566328" y="1217153"/>
            <a:ext cx="1945465" cy="300514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9B4F25E9-AA8C-4BD3-BF1F-56D20DF8DD5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40BDE80-4E1C-47DE-8168-381888FDC3F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12192049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d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 descr="E:\002-KIMS BUSINESS\007-02-Googleslidesppt\02-GSppt-Contents-Kim\20170215\03-abs\item03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1707971">
            <a:off x="2873932" y="156273"/>
            <a:ext cx="1587121" cy="1514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E:\002-KIMS BUSINESS\007-02-Googleslidesppt\02-GSppt-Contents-Kim\20170215\03-abs\item03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527839">
            <a:off x="3005459" y="3443641"/>
            <a:ext cx="1587121" cy="1514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E:\002-KIMS BUSINESS\007-02-Googleslidesppt\02-GSppt-Contents-Kim\20170215\03-abs\item03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414606">
            <a:off x="1967897" y="2192112"/>
            <a:ext cx="1587121" cy="1514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E:\002-KIMS BUSINESS\007-02-Googleslidesppt\02-GSppt-Contents-Kim\20170215\03-abs\item03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162721" flipH="1">
            <a:off x="2110757" y="805096"/>
            <a:ext cx="1587121" cy="1514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E:\002-KIMS BUSINESS\007-02-Googleslidesppt\02-GSppt-Contents-Kim\20170215\03-abs\item03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864253" flipH="1">
            <a:off x="3934583" y="142673"/>
            <a:ext cx="1587121" cy="1514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E:\002-KIMS BUSINESS\007-02-Googleslidesppt\02-GSppt-Contents-Kim\20170215\03-abs\item03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164798">
            <a:off x="5618205" y="2384716"/>
            <a:ext cx="1587121" cy="1514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E:\002-KIMS BUSINESS\007-02-Googleslidesppt\02-GSppt-Contents-Kim\20170215\03-abs\item03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274931">
            <a:off x="5463157" y="736150"/>
            <a:ext cx="1587121" cy="1514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E:\002-KIMS BUSINESS\007-02-Googleslidesppt\02-GSppt-Contents-Kim\20170215\03-abs\item03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29549">
            <a:off x="4788024" y="3370715"/>
            <a:ext cx="1587121" cy="1514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oup 3"/>
          <p:cNvGrpSpPr/>
          <p:nvPr userDrawn="1"/>
        </p:nvGrpSpPr>
        <p:grpSpPr>
          <a:xfrm>
            <a:off x="2254580" y="248388"/>
            <a:ext cx="4634840" cy="4646724"/>
            <a:chOff x="1115616" y="1275607"/>
            <a:chExt cx="2585656" cy="2592286"/>
          </a:xfrm>
        </p:grpSpPr>
        <p:pic>
          <p:nvPicPr>
            <p:cNvPr id="5" name="Picture 2" descr="E:\002-KIMS BUSINESS\007-02-Googleslidesppt\02-GSppt-Contents-Kim\20170215\03-abs\item01-png.png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5616" y="1275607"/>
              <a:ext cx="2585656" cy="25922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Oval 5"/>
            <p:cNvSpPr/>
            <p:nvPr userDrawn="1"/>
          </p:nvSpPr>
          <p:spPr>
            <a:xfrm>
              <a:off x="1595313" y="1758619"/>
              <a:ext cx="1626263" cy="162626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innerShdw blurRad="63500" dist="38100" dir="18900000">
                <a:prstClr val="black">
                  <a:alpha val="29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lt"/>
              </a:endParaRPr>
            </a:p>
          </p:txBody>
        </p:sp>
      </p:grp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03848" y="2101602"/>
            <a:ext cx="2736303" cy="5760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Thank you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03700" y="2677666"/>
            <a:ext cx="2736303" cy="43204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</a:t>
            </a:r>
          </a:p>
          <a:p>
            <a:pPr lvl="0"/>
            <a:r>
              <a:rPr lang="en-US" altLang="ko-KR" dirty="0"/>
              <a:t>of your subtitle Here</a:t>
            </a:r>
          </a:p>
        </p:txBody>
      </p:sp>
      <p:pic>
        <p:nvPicPr>
          <p:cNvPr id="2050" name="Picture 2" descr="E:\002-KIMS BUSINESS\007-02-Googleslidesppt\02-GSppt-Contents-Kim\20170215\03-abs\item03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2860"/>
            <a:ext cx="1587121" cy="1514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E:\002-KIMS BUSINESS\007-02-Googleslidesppt\02-GSppt-Contents-Kim\20170215\03-abs\item02-png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3624792"/>
            <a:ext cx="1407408" cy="1518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6419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923928" y="2643759"/>
            <a:ext cx="5220072" cy="1080120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sz="3600" dirty="0">
                <a:ea typeface="맑은 고딕" pitchFamily="50" charset="-127"/>
              </a:rPr>
              <a:t>FREE PPT TEMPLATES</a:t>
            </a:r>
            <a:endParaRPr lang="en-US" altLang="ko-KR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923928" y="3723878"/>
            <a:ext cx="5219924" cy="504056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INSTERT THE TITLE OF YOUR </a:t>
            </a:r>
          </a:p>
          <a:p>
            <a:pPr lvl="0"/>
            <a:r>
              <a:rPr lang="en-US" altLang="ko-KR" dirty="0"/>
              <a:t>PRESENTATION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081064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d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 descr="E:\002-KIMS BUSINESS\007-02-Googleslidesppt\02-GSppt-Contents-Kim\20170215\03-abs\item03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1707971">
            <a:off x="2873932" y="156273"/>
            <a:ext cx="1587121" cy="1514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E:\002-KIMS BUSINESS\007-02-Googleslidesppt\02-GSppt-Contents-Kim\20170215\03-abs\item03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527839">
            <a:off x="3005459" y="3443641"/>
            <a:ext cx="1587121" cy="1514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E:\002-KIMS BUSINESS\007-02-Googleslidesppt\02-GSppt-Contents-Kim\20170215\03-abs\item03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414606">
            <a:off x="1967897" y="2192112"/>
            <a:ext cx="1587121" cy="1514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E:\002-KIMS BUSINESS\007-02-Googleslidesppt\02-GSppt-Contents-Kim\20170215\03-abs\item03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162721" flipH="1">
            <a:off x="2110757" y="805096"/>
            <a:ext cx="1587121" cy="1514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E:\002-KIMS BUSINESS\007-02-Googleslidesppt\02-GSppt-Contents-Kim\20170215\03-abs\item03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864253" flipH="1">
            <a:off x="3934583" y="142673"/>
            <a:ext cx="1587121" cy="1514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E:\002-KIMS BUSINESS\007-02-Googleslidesppt\02-GSppt-Contents-Kim\20170215\03-abs\item03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164798">
            <a:off x="5618205" y="2384716"/>
            <a:ext cx="1587121" cy="1514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E:\002-KIMS BUSINESS\007-02-Googleslidesppt\02-GSppt-Contents-Kim\20170215\03-abs\item03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274931">
            <a:off x="5463157" y="736150"/>
            <a:ext cx="1587121" cy="1514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E:\002-KIMS BUSINESS\007-02-Googleslidesppt\02-GSppt-Contents-Kim\20170215\03-abs\item03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29549">
            <a:off x="4788024" y="3370715"/>
            <a:ext cx="1587121" cy="1514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oup 3"/>
          <p:cNvGrpSpPr/>
          <p:nvPr userDrawn="1"/>
        </p:nvGrpSpPr>
        <p:grpSpPr>
          <a:xfrm>
            <a:off x="2254580" y="248388"/>
            <a:ext cx="4634840" cy="4646724"/>
            <a:chOff x="1115616" y="1275607"/>
            <a:chExt cx="2585656" cy="2592286"/>
          </a:xfrm>
        </p:grpSpPr>
        <p:pic>
          <p:nvPicPr>
            <p:cNvPr id="5" name="Picture 2" descr="E:\002-KIMS BUSINESS\007-02-Googleslidesppt\02-GSppt-Contents-Kim\20170215\03-abs\item01-png.png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5616" y="1275607"/>
              <a:ext cx="2585656" cy="25922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Oval 5"/>
            <p:cNvSpPr/>
            <p:nvPr userDrawn="1"/>
          </p:nvSpPr>
          <p:spPr>
            <a:xfrm>
              <a:off x="1595313" y="1758619"/>
              <a:ext cx="1626263" cy="162626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innerShdw blurRad="63500" dist="38100" dir="18900000">
                <a:prstClr val="black">
                  <a:alpha val="29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lt"/>
              </a:endParaRPr>
            </a:p>
          </p:txBody>
        </p:sp>
      </p:grp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03848" y="2101602"/>
            <a:ext cx="2736303" cy="5760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Thank you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03700" y="2677666"/>
            <a:ext cx="2736303" cy="43204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</a:t>
            </a:r>
          </a:p>
          <a:p>
            <a:pPr lvl="0"/>
            <a:r>
              <a:rPr lang="en-US" altLang="ko-KR" dirty="0"/>
              <a:t>of your subtitle Here</a:t>
            </a:r>
          </a:p>
        </p:txBody>
      </p:sp>
      <p:pic>
        <p:nvPicPr>
          <p:cNvPr id="2050" name="Picture 2" descr="E:\002-KIMS BUSINESS\007-02-Googleslidesppt\02-GSppt-Contents-Kim\20170215\03-abs\item03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2860"/>
            <a:ext cx="1587121" cy="1514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E:\002-KIMS BUSINESS\007-02-Googleslidesppt\02-GSppt-Contents-Kim\20170215\03-abs\item02-png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3624792"/>
            <a:ext cx="1407408" cy="1518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24771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923928" y="2643759"/>
            <a:ext cx="5220072" cy="1080120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sz="3600" dirty="0">
                <a:ea typeface="맑은 고딕" pitchFamily="50" charset="-127"/>
              </a:rPr>
              <a:t>FREE PPT TEMPLATES</a:t>
            </a:r>
            <a:endParaRPr lang="en-US" altLang="ko-KR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923928" y="3723878"/>
            <a:ext cx="5219924" cy="504056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INSTERT THE TITLE OF YOUR </a:t>
            </a:r>
          </a:p>
          <a:p>
            <a:pPr lvl="0"/>
            <a:r>
              <a:rPr lang="en-US" altLang="ko-KR" dirty="0"/>
              <a:t>PRESENTATION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817325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Agenda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20552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12203855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63568" y="1599822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2842131" y="1597374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4834733" y="1597374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6827011" y="1599822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" name="Block Arc 1"/>
          <p:cNvSpPr/>
          <p:nvPr userDrawn="1"/>
        </p:nvSpPr>
        <p:spPr>
          <a:xfrm>
            <a:off x="683568" y="1419822"/>
            <a:ext cx="1800000" cy="1800000"/>
          </a:xfrm>
          <a:prstGeom prst="blockArc">
            <a:avLst>
              <a:gd name="adj1" fmla="val 10800000"/>
              <a:gd name="adj2" fmla="val 94979"/>
              <a:gd name="adj3" fmla="val 5402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Block Arc 11"/>
          <p:cNvSpPr/>
          <p:nvPr userDrawn="1"/>
        </p:nvSpPr>
        <p:spPr>
          <a:xfrm>
            <a:off x="2671382" y="1419822"/>
            <a:ext cx="1800000" cy="1800000"/>
          </a:xfrm>
          <a:prstGeom prst="blockArc">
            <a:avLst>
              <a:gd name="adj1" fmla="val 10800000"/>
              <a:gd name="adj2" fmla="val 94979"/>
              <a:gd name="adj3" fmla="val 540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Block Arc 12"/>
          <p:cNvSpPr/>
          <p:nvPr userDrawn="1"/>
        </p:nvSpPr>
        <p:spPr>
          <a:xfrm>
            <a:off x="4659196" y="1419822"/>
            <a:ext cx="1800000" cy="1800000"/>
          </a:xfrm>
          <a:prstGeom prst="blockArc">
            <a:avLst>
              <a:gd name="adj1" fmla="val 10800000"/>
              <a:gd name="adj2" fmla="val 94979"/>
              <a:gd name="adj3" fmla="val 5402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" name="Block Arc 13"/>
          <p:cNvSpPr/>
          <p:nvPr userDrawn="1"/>
        </p:nvSpPr>
        <p:spPr>
          <a:xfrm>
            <a:off x="6647011" y="1419822"/>
            <a:ext cx="1800000" cy="1800000"/>
          </a:xfrm>
          <a:prstGeom prst="blockArc">
            <a:avLst>
              <a:gd name="adj1" fmla="val 10800000"/>
              <a:gd name="adj2" fmla="val 94979"/>
              <a:gd name="adj3" fmla="val 5402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EDBECCA6-8618-46C3-A8D4-3B6399CCEF8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1D40A599-6D66-4DC9-82BB-52C171B56BB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17058449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End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 descr="E:\002-KIMS BUSINESS\007-02-Googleslidesppt\02-GSppt-Contents-Kim\20170215\03-abs\item03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1707971">
            <a:off x="2873932" y="156273"/>
            <a:ext cx="1587121" cy="1514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E:\002-KIMS BUSINESS\007-02-Googleslidesppt\02-GSppt-Contents-Kim\20170215\03-abs\item03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527839">
            <a:off x="3005459" y="3443641"/>
            <a:ext cx="1587121" cy="1514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E:\002-KIMS BUSINESS\007-02-Googleslidesppt\02-GSppt-Contents-Kim\20170215\03-abs\item03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414606">
            <a:off x="1967897" y="2192112"/>
            <a:ext cx="1587121" cy="1514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E:\002-KIMS BUSINESS\007-02-Googleslidesppt\02-GSppt-Contents-Kim\20170215\03-abs\item03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162721" flipH="1">
            <a:off x="2110757" y="805096"/>
            <a:ext cx="1587121" cy="1514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E:\002-KIMS BUSINESS\007-02-Googleslidesppt\02-GSppt-Contents-Kim\20170215\03-abs\item03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864253" flipH="1">
            <a:off x="3934583" y="142673"/>
            <a:ext cx="1587121" cy="1514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E:\002-KIMS BUSINESS\007-02-Googleslidesppt\02-GSppt-Contents-Kim\20170215\03-abs\item03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164798">
            <a:off x="5618205" y="2384716"/>
            <a:ext cx="1587121" cy="1514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E:\002-KIMS BUSINESS\007-02-Googleslidesppt\02-GSppt-Contents-Kim\20170215\03-abs\item03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274931">
            <a:off x="5463157" y="736150"/>
            <a:ext cx="1587121" cy="1514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E:\002-KIMS BUSINESS\007-02-Googleslidesppt\02-GSppt-Contents-Kim\20170215\03-abs\item03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29549">
            <a:off x="4788024" y="3370715"/>
            <a:ext cx="1587121" cy="1514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oup 3"/>
          <p:cNvGrpSpPr/>
          <p:nvPr userDrawn="1"/>
        </p:nvGrpSpPr>
        <p:grpSpPr>
          <a:xfrm>
            <a:off x="2254580" y="248388"/>
            <a:ext cx="4634840" cy="4646724"/>
            <a:chOff x="1115616" y="1275607"/>
            <a:chExt cx="2585656" cy="2592286"/>
          </a:xfrm>
        </p:grpSpPr>
        <p:pic>
          <p:nvPicPr>
            <p:cNvPr id="5" name="Picture 2" descr="E:\002-KIMS BUSINESS\007-02-Googleslidesppt\02-GSppt-Contents-Kim\20170215\03-abs\item01-png.png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5616" y="1275607"/>
              <a:ext cx="2585656" cy="25922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Oval 5"/>
            <p:cNvSpPr/>
            <p:nvPr userDrawn="1"/>
          </p:nvSpPr>
          <p:spPr>
            <a:xfrm>
              <a:off x="1595313" y="1758619"/>
              <a:ext cx="1626263" cy="162626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innerShdw blurRad="63500" dist="38100" dir="18900000">
                <a:prstClr val="black">
                  <a:alpha val="29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lt"/>
              </a:endParaRPr>
            </a:p>
          </p:txBody>
        </p:sp>
      </p:grp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03848" y="2101602"/>
            <a:ext cx="2736303" cy="5760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Thank you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03700" y="2677666"/>
            <a:ext cx="2736303" cy="43204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</a:t>
            </a:r>
          </a:p>
          <a:p>
            <a:pPr lvl="0"/>
            <a:r>
              <a:rPr lang="en-US" altLang="ko-KR" dirty="0"/>
              <a:t>of your subtitle Here</a:t>
            </a:r>
          </a:p>
        </p:txBody>
      </p:sp>
      <p:pic>
        <p:nvPicPr>
          <p:cNvPr id="2050" name="Picture 2" descr="E:\002-KIMS BUSINESS\007-02-Googleslidesppt\02-GSppt-Contents-Kim\20170215\03-abs\item03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2860"/>
            <a:ext cx="1587121" cy="1514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E:\002-KIMS BUSINESS\007-02-Googleslidesppt\02-GSppt-Contents-Kim\20170215\03-abs\item02-png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3624792"/>
            <a:ext cx="1407408" cy="1518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77646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4213800" y="2230378"/>
            <a:ext cx="4930200" cy="47357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SECTION BREAK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4213800" y="2703954"/>
            <a:ext cx="49302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2" descr="E:\002-KIMS BUSINESS\007-02-Googleslidesppt\02-GSppt-Contents-Kim\20170215\03-abs\item01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39" y="3651870"/>
            <a:ext cx="1013895" cy="1016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E:\002-KIMS BUSINESS\007-02-Googleslidesppt\02-GSppt-Contents-Kim\20170215\03-abs\item01-png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950740"/>
            <a:ext cx="648072" cy="649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E:\002-KIMS BUSINESS\007-02-Googleslidesppt\02-GSppt-Contents-Kim\20170215\03-abs\item01-png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419818"/>
            <a:ext cx="442142" cy="443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E:\002-KIMS BUSINESS\007-02-Googleslidesppt\02-GSppt-Contents-Kim\20170215\03-abs\item01-png.png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1779200"/>
            <a:ext cx="360040" cy="360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/>
          <p:cNvGrpSpPr/>
          <p:nvPr userDrawn="1"/>
        </p:nvGrpSpPr>
        <p:grpSpPr>
          <a:xfrm>
            <a:off x="1115616" y="1275607"/>
            <a:ext cx="2585656" cy="2592286"/>
            <a:chOff x="1115616" y="1275607"/>
            <a:chExt cx="2585656" cy="2592286"/>
          </a:xfrm>
        </p:grpSpPr>
        <p:pic>
          <p:nvPicPr>
            <p:cNvPr id="1026" name="Picture 2" descr="E:\002-KIMS BUSINESS\007-02-Googleslidesppt\02-GSppt-Contents-Kim\20170215\03-abs\item01-png.png"/>
            <p:cNvPicPr>
              <a:picLocks noChangeAspect="1" noChangeArrowheads="1"/>
            </p:cNvPicPr>
            <p:nvPr userDrawn="1"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5616" y="1275607"/>
              <a:ext cx="2585656" cy="25922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Oval 1"/>
            <p:cNvSpPr/>
            <p:nvPr userDrawn="1"/>
          </p:nvSpPr>
          <p:spPr>
            <a:xfrm>
              <a:off x="1796376" y="1959682"/>
              <a:ext cx="1224136" cy="122413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innerShdw blurRad="63500" dist="38100" dir="18900000">
                <a:prstClr val="black">
                  <a:alpha val="29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027" name="Picture 3" descr="E:\002-KIMS BUSINESS\007-02-Googleslidesppt\02-GSppt-Contents-Kim\20170215\03-abs\item02-png.png"/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8344" y="3578808"/>
            <a:ext cx="1475656" cy="1592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3" descr="E:\002-KIMS BUSINESS\007-02-Googleslidesppt\02-GSppt-Contents-Kim\20170215\03-abs\item02-png.png"/>
          <p:cNvPicPr>
            <a:picLocks noChangeAspect="1" noChangeArrowheads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8226854" y="-51527"/>
            <a:ext cx="879830" cy="949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8235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7555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2" r:id="rId3"/>
    <p:sldLayoutId id="2147483652" r:id="rId4"/>
    <p:sldLayoutId id="2147483661" r:id="rId5"/>
    <p:sldLayoutId id="2147483656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81" r:id="rId13"/>
    <p:sldLayoutId id="2147483682" r:id="rId14"/>
    <p:sldLayoutId id="2147483650" r:id="rId15"/>
    <p:sldLayoutId id="2147483717" r:id="rId16"/>
    <p:sldLayoutId id="2147483718" r:id="rId17"/>
    <p:sldLayoutId id="2147483719" r:id="rId18"/>
    <p:sldLayoutId id="2147483720" r:id="rId19"/>
    <p:sldLayoutId id="2147483721" r:id="rId20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4710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7" Type="http://schemas.openxmlformats.org/officeDocument/2006/relationships/image" Target="../media/image23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7" Type="http://schemas.openxmlformats.org/officeDocument/2006/relationships/image" Target="../media/image37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6.png"/><Relationship Id="rId5" Type="http://schemas.openxmlformats.org/officeDocument/2006/relationships/image" Target="../media/image35.svg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707904" y="1904464"/>
            <a:ext cx="5220072" cy="1080120"/>
          </a:xfrm>
        </p:spPr>
        <p:txBody>
          <a:bodyPr/>
          <a:lstStyle/>
          <a:p>
            <a:pPr lvl="0"/>
            <a:r>
              <a:rPr lang="en-US" altLang="ko-KR" sz="2800" dirty="0">
                <a:ea typeface="맑은 고딕" pitchFamily="50" charset="-127"/>
              </a:rPr>
              <a:t>New Gen port</a:t>
            </a:r>
            <a:endParaRPr lang="en-US" altLang="ko-KR" sz="2800" dirty="0"/>
          </a:p>
        </p:txBody>
      </p:sp>
      <p:grpSp>
        <p:nvGrpSpPr>
          <p:cNvPr id="6" name="Group 5"/>
          <p:cNvGrpSpPr/>
          <p:nvPr/>
        </p:nvGrpSpPr>
        <p:grpSpPr>
          <a:xfrm>
            <a:off x="3434495" y="1724444"/>
            <a:ext cx="129393" cy="1440160"/>
            <a:chOff x="3424672" y="2643758"/>
            <a:chExt cx="283232" cy="1584176"/>
          </a:xfrm>
        </p:grpSpPr>
        <p:sp>
          <p:nvSpPr>
            <p:cNvPr id="7" name="Rectangle 6"/>
            <p:cNvSpPr/>
            <p:nvPr userDrawn="1"/>
          </p:nvSpPr>
          <p:spPr>
            <a:xfrm>
              <a:off x="3635896" y="2643758"/>
              <a:ext cx="72008" cy="158417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3565490" y="2643758"/>
              <a:ext cx="72007" cy="1584176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3495081" y="2643758"/>
              <a:ext cx="72007" cy="158417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Rectangle 9"/>
            <p:cNvSpPr/>
            <p:nvPr userDrawn="1"/>
          </p:nvSpPr>
          <p:spPr>
            <a:xfrm>
              <a:off x="3424672" y="2643758"/>
              <a:ext cx="72008" cy="158417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1841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 txBox="1">
            <a:spLocks/>
          </p:cNvSpPr>
          <p:nvPr/>
        </p:nvSpPr>
        <p:spPr>
          <a:xfrm>
            <a:off x="0" y="267494"/>
            <a:ext cx="9144000" cy="576064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Agenda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F9F7BD8-2CF3-496D-9C30-F8115819C4F7}"/>
              </a:ext>
            </a:extLst>
          </p:cNvPr>
          <p:cNvGrpSpPr/>
          <p:nvPr/>
        </p:nvGrpSpPr>
        <p:grpSpPr>
          <a:xfrm>
            <a:off x="2483768" y="2253218"/>
            <a:ext cx="4536504" cy="633046"/>
            <a:chOff x="2380917" y="1349835"/>
            <a:chExt cx="4536504" cy="633046"/>
          </a:xfrm>
        </p:grpSpPr>
        <p:grpSp>
          <p:nvGrpSpPr>
            <p:cNvPr id="4" name="Group 3"/>
            <p:cNvGrpSpPr/>
            <p:nvPr/>
          </p:nvGrpSpPr>
          <p:grpSpPr>
            <a:xfrm>
              <a:off x="2380917" y="1349835"/>
              <a:ext cx="4536504" cy="633046"/>
              <a:chOff x="1151472" y="3187501"/>
              <a:chExt cx="6552728" cy="914400"/>
            </a:xfrm>
          </p:grpSpPr>
          <p:sp>
            <p:nvSpPr>
              <p:cNvPr id="5" name="Pentagon 4"/>
              <p:cNvSpPr/>
              <p:nvPr/>
            </p:nvSpPr>
            <p:spPr>
              <a:xfrm>
                <a:off x="1633824" y="3347030"/>
                <a:ext cx="6070376" cy="720000"/>
              </a:xfrm>
              <a:prstGeom prst="homePlate">
                <a:avLst/>
              </a:prstGeom>
              <a:solidFill>
                <a:schemeClr val="accent1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6" name="Pentagon 5"/>
              <p:cNvSpPr/>
              <p:nvPr/>
            </p:nvSpPr>
            <p:spPr>
              <a:xfrm>
                <a:off x="1633824" y="3284701"/>
                <a:ext cx="5914970" cy="720000"/>
              </a:xfrm>
              <a:prstGeom prst="homePlate">
                <a:avLst/>
              </a:prstGeom>
              <a:solidFill>
                <a:schemeClr val="bg1"/>
              </a:solidFill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7" name="Diamond 6"/>
              <p:cNvSpPr/>
              <p:nvPr/>
            </p:nvSpPr>
            <p:spPr>
              <a:xfrm>
                <a:off x="1151472" y="3187501"/>
                <a:ext cx="914400" cy="914400"/>
              </a:xfrm>
              <a:prstGeom prst="diamond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8" name="직사각형 39"/>
            <p:cNvSpPr/>
            <p:nvPr/>
          </p:nvSpPr>
          <p:spPr>
            <a:xfrm>
              <a:off x="2490928" y="1373826"/>
              <a:ext cx="403184" cy="523220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en-US" altLang="ko-KR" sz="2800" b="1" dirty="0">
                  <a:solidFill>
                    <a:schemeClr val="bg1"/>
                  </a:solidFill>
                  <a:cs typeface="Arial" pitchFamily="34" charset="0"/>
                </a:rPr>
                <a:t>2 </a:t>
              </a:r>
              <a:endParaRPr lang="ko-KR" altLang="en-US" sz="2800" dirty="0">
                <a:solidFill>
                  <a:schemeClr val="bg1"/>
                </a:solidFill>
              </a:endParaRPr>
            </a:p>
          </p:txBody>
        </p:sp>
        <p:sp>
          <p:nvSpPr>
            <p:cNvPr id="10" name="TextBox 10"/>
            <p:cNvSpPr txBox="1"/>
            <p:nvPr/>
          </p:nvSpPr>
          <p:spPr bwMode="auto">
            <a:xfrm>
              <a:off x="3013550" y="1462689"/>
              <a:ext cx="3502666" cy="400110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altLang="ko-KR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Scope Project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F3D5041-033E-497B-B9BF-A860361EE2A8}"/>
              </a:ext>
            </a:extLst>
          </p:cNvPr>
          <p:cNvGrpSpPr/>
          <p:nvPr/>
        </p:nvGrpSpPr>
        <p:grpSpPr>
          <a:xfrm>
            <a:off x="2483768" y="3078952"/>
            <a:ext cx="4536504" cy="644926"/>
            <a:chOff x="2380917" y="2175569"/>
            <a:chExt cx="4536504" cy="644926"/>
          </a:xfrm>
        </p:grpSpPr>
        <p:sp>
          <p:nvSpPr>
            <p:cNvPr id="24" name="직사각형 39"/>
            <p:cNvSpPr/>
            <p:nvPr/>
          </p:nvSpPr>
          <p:spPr>
            <a:xfrm>
              <a:off x="2509438" y="2187449"/>
              <a:ext cx="403184" cy="523220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en-US" altLang="ko-KR" sz="2800" b="1" dirty="0">
                  <a:solidFill>
                    <a:schemeClr val="bg1"/>
                  </a:solidFill>
                  <a:cs typeface="Arial" pitchFamily="34" charset="0"/>
                </a:rPr>
                <a:t>2 </a:t>
              </a:r>
              <a:endParaRPr lang="ko-KR" altLang="en-US" sz="2800" dirty="0">
                <a:solidFill>
                  <a:schemeClr val="bg1"/>
                </a:solidFill>
              </a:endParaRPr>
            </a:p>
          </p:txBody>
        </p:sp>
        <p:sp>
          <p:nvSpPr>
            <p:cNvPr id="22" name="직사각형 39">
              <a:extLst>
                <a:ext uri="{FF2B5EF4-FFF2-40B4-BE49-F238E27FC236}">
                  <a16:creationId xmlns:a16="http://schemas.microsoft.com/office/drawing/2014/main" id="{70CC81D5-6668-41D6-B455-3FA0C02BCD18}"/>
                </a:ext>
              </a:extLst>
            </p:cNvPr>
            <p:cNvSpPr/>
            <p:nvPr/>
          </p:nvSpPr>
          <p:spPr>
            <a:xfrm>
              <a:off x="2490928" y="2175569"/>
              <a:ext cx="403184" cy="523220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en-US" altLang="ko-KR" sz="2800" b="1" dirty="0">
                  <a:solidFill>
                    <a:schemeClr val="bg1"/>
                  </a:solidFill>
                  <a:cs typeface="Arial" pitchFamily="34" charset="0"/>
                </a:rPr>
                <a:t>2 </a:t>
              </a:r>
              <a:endParaRPr lang="ko-KR" altLang="en-US" sz="2800" dirty="0">
                <a:solidFill>
                  <a:schemeClr val="bg1"/>
                </a:solidFill>
              </a:endParaRPr>
            </a:p>
          </p:txBody>
        </p:sp>
        <p:sp>
          <p:nvSpPr>
            <p:cNvPr id="36" name="Pentagon 4">
              <a:extLst>
                <a:ext uri="{FF2B5EF4-FFF2-40B4-BE49-F238E27FC236}">
                  <a16:creationId xmlns:a16="http://schemas.microsoft.com/office/drawing/2014/main" id="{6231F8D1-F2A8-4C6E-9EF4-D4F34EA12B7F}"/>
                </a:ext>
              </a:extLst>
            </p:cNvPr>
            <p:cNvSpPr/>
            <p:nvPr/>
          </p:nvSpPr>
          <p:spPr>
            <a:xfrm>
              <a:off x="2714853" y="2297892"/>
              <a:ext cx="4202568" cy="498461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37" name="Pentagon 5">
              <a:extLst>
                <a:ext uri="{FF2B5EF4-FFF2-40B4-BE49-F238E27FC236}">
                  <a16:creationId xmlns:a16="http://schemas.microsoft.com/office/drawing/2014/main" id="{E2A492C5-DC96-43BC-8CEF-D95BF3A9B54F}"/>
                </a:ext>
              </a:extLst>
            </p:cNvPr>
            <p:cNvSpPr/>
            <p:nvPr/>
          </p:nvSpPr>
          <p:spPr>
            <a:xfrm>
              <a:off x="2714853" y="2254741"/>
              <a:ext cx="4094979" cy="498461"/>
            </a:xfrm>
            <a:prstGeom prst="homePlate">
              <a:avLst/>
            </a:prstGeom>
            <a:solidFill>
              <a:schemeClr val="bg1"/>
            </a:solidFill>
            <a:ln w="381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38" name="Diamond 37">
              <a:extLst>
                <a:ext uri="{FF2B5EF4-FFF2-40B4-BE49-F238E27FC236}">
                  <a16:creationId xmlns:a16="http://schemas.microsoft.com/office/drawing/2014/main" id="{744BD4E9-BF87-4361-846F-270A905291EA}"/>
                </a:ext>
              </a:extLst>
            </p:cNvPr>
            <p:cNvSpPr/>
            <p:nvPr/>
          </p:nvSpPr>
          <p:spPr>
            <a:xfrm>
              <a:off x="2380917" y="2187449"/>
              <a:ext cx="633046" cy="633046"/>
            </a:xfrm>
            <a:prstGeom prst="diamond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34" name="직사각형 39">
              <a:extLst>
                <a:ext uri="{FF2B5EF4-FFF2-40B4-BE49-F238E27FC236}">
                  <a16:creationId xmlns:a16="http://schemas.microsoft.com/office/drawing/2014/main" id="{B0289CEC-2F36-4001-B2CB-3CB1E089A633}"/>
                </a:ext>
              </a:extLst>
            </p:cNvPr>
            <p:cNvSpPr/>
            <p:nvPr/>
          </p:nvSpPr>
          <p:spPr>
            <a:xfrm>
              <a:off x="2490928" y="2211440"/>
              <a:ext cx="403184" cy="523220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en-US" altLang="ko-KR" sz="2800" b="1" dirty="0">
                  <a:solidFill>
                    <a:schemeClr val="bg1"/>
                  </a:solidFill>
                  <a:cs typeface="Arial" pitchFamily="34" charset="0"/>
                </a:rPr>
                <a:t>3 </a:t>
              </a:r>
              <a:endParaRPr lang="ko-KR" altLang="en-US" sz="2800" dirty="0">
                <a:solidFill>
                  <a:schemeClr val="bg1"/>
                </a:solidFill>
              </a:endParaRPr>
            </a:p>
          </p:txBody>
        </p:sp>
        <p:sp>
          <p:nvSpPr>
            <p:cNvPr id="35" name="TextBox 10">
              <a:extLst>
                <a:ext uri="{FF2B5EF4-FFF2-40B4-BE49-F238E27FC236}">
                  <a16:creationId xmlns:a16="http://schemas.microsoft.com/office/drawing/2014/main" id="{AD0141A3-80C5-4947-82B0-E7119E468752}"/>
                </a:ext>
              </a:extLst>
            </p:cNvPr>
            <p:cNvSpPr txBox="1"/>
            <p:nvPr/>
          </p:nvSpPr>
          <p:spPr bwMode="auto">
            <a:xfrm>
              <a:off x="3013550" y="2300303"/>
              <a:ext cx="3502666" cy="400110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altLang="ko-KR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Timeline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B53758A-72AE-4F45-B67C-671FCB9AEE05}"/>
              </a:ext>
            </a:extLst>
          </p:cNvPr>
          <p:cNvGrpSpPr/>
          <p:nvPr/>
        </p:nvGrpSpPr>
        <p:grpSpPr>
          <a:xfrm>
            <a:off x="2495418" y="1380832"/>
            <a:ext cx="4536504" cy="633046"/>
            <a:chOff x="2380917" y="1349835"/>
            <a:chExt cx="4536504" cy="633046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D0F588B3-2084-4A9A-84B6-AFA883FEFE95}"/>
                </a:ext>
              </a:extLst>
            </p:cNvPr>
            <p:cNvGrpSpPr/>
            <p:nvPr/>
          </p:nvGrpSpPr>
          <p:grpSpPr>
            <a:xfrm>
              <a:off x="2380917" y="1349835"/>
              <a:ext cx="4536504" cy="633046"/>
              <a:chOff x="1151472" y="3187501"/>
              <a:chExt cx="6552728" cy="914400"/>
            </a:xfrm>
          </p:grpSpPr>
          <p:sp>
            <p:nvSpPr>
              <p:cNvPr id="23" name="Pentagon 4">
                <a:extLst>
                  <a:ext uri="{FF2B5EF4-FFF2-40B4-BE49-F238E27FC236}">
                    <a16:creationId xmlns:a16="http://schemas.microsoft.com/office/drawing/2014/main" id="{91426536-885B-4AC9-B2A7-5DD341EF825D}"/>
                  </a:ext>
                </a:extLst>
              </p:cNvPr>
              <p:cNvSpPr/>
              <p:nvPr/>
            </p:nvSpPr>
            <p:spPr>
              <a:xfrm>
                <a:off x="1633824" y="3347030"/>
                <a:ext cx="6070376" cy="720000"/>
              </a:xfrm>
              <a:prstGeom prst="homePlate">
                <a:avLst/>
              </a:prstGeom>
              <a:solidFill>
                <a:schemeClr val="accent3"/>
              </a:solidFill>
              <a:ln>
                <a:solidFill>
                  <a:schemeClr val="accent4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25" name="Pentagon 5">
                <a:extLst>
                  <a:ext uri="{FF2B5EF4-FFF2-40B4-BE49-F238E27FC236}">
                    <a16:creationId xmlns:a16="http://schemas.microsoft.com/office/drawing/2014/main" id="{A384093D-F96D-42B9-8E88-2811EA51CD55}"/>
                  </a:ext>
                </a:extLst>
              </p:cNvPr>
              <p:cNvSpPr/>
              <p:nvPr/>
            </p:nvSpPr>
            <p:spPr>
              <a:xfrm>
                <a:off x="1633824" y="3284701"/>
                <a:ext cx="5914970" cy="720000"/>
              </a:xfrm>
              <a:prstGeom prst="homePlate">
                <a:avLst/>
              </a:prstGeom>
              <a:solidFill>
                <a:schemeClr val="bg1"/>
              </a:solidFill>
              <a:ln w="38100">
                <a:solidFill>
                  <a:schemeClr val="accent4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26" name="Diamond 25">
                <a:extLst>
                  <a:ext uri="{FF2B5EF4-FFF2-40B4-BE49-F238E27FC236}">
                    <a16:creationId xmlns:a16="http://schemas.microsoft.com/office/drawing/2014/main" id="{7E606C80-2B8C-4040-9A0A-2C15D362B5AB}"/>
                  </a:ext>
                </a:extLst>
              </p:cNvPr>
              <p:cNvSpPr/>
              <p:nvPr/>
            </p:nvSpPr>
            <p:spPr>
              <a:xfrm>
                <a:off x="1151472" y="3187501"/>
                <a:ext cx="914400" cy="914400"/>
              </a:xfrm>
              <a:prstGeom prst="diamond">
                <a:avLst/>
              </a:prstGeom>
              <a:solidFill>
                <a:schemeClr val="accent4"/>
              </a:solidFill>
              <a:ln>
                <a:solidFill>
                  <a:schemeClr val="accent4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20" name="직사각형 39">
              <a:extLst>
                <a:ext uri="{FF2B5EF4-FFF2-40B4-BE49-F238E27FC236}">
                  <a16:creationId xmlns:a16="http://schemas.microsoft.com/office/drawing/2014/main" id="{988BC1C8-8C68-47A5-9A21-C7F7015CF339}"/>
                </a:ext>
              </a:extLst>
            </p:cNvPr>
            <p:cNvSpPr/>
            <p:nvPr/>
          </p:nvSpPr>
          <p:spPr>
            <a:xfrm>
              <a:off x="2490928" y="1373826"/>
              <a:ext cx="403184" cy="523220"/>
            </a:xfrm>
            <a:prstGeom prst="rect">
              <a:avLst/>
            </a:prstGeom>
            <a:ln>
              <a:noFill/>
            </a:ln>
          </p:spPr>
          <p:txBody>
            <a:bodyPr wrap="squar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en-US" altLang="ko-KR" sz="2800" b="1" dirty="0">
                  <a:solidFill>
                    <a:schemeClr val="bg1"/>
                  </a:solidFill>
                  <a:cs typeface="Arial" pitchFamily="34" charset="0"/>
                </a:rPr>
                <a:t>1 </a:t>
              </a:r>
              <a:endParaRPr lang="ko-KR" altLang="en-US" sz="2800" dirty="0">
                <a:solidFill>
                  <a:schemeClr val="bg1"/>
                </a:solidFill>
              </a:endParaRPr>
            </a:p>
          </p:txBody>
        </p:sp>
        <p:sp>
          <p:nvSpPr>
            <p:cNvPr id="21" name="TextBox 10">
              <a:extLst>
                <a:ext uri="{FF2B5EF4-FFF2-40B4-BE49-F238E27FC236}">
                  <a16:creationId xmlns:a16="http://schemas.microsoft.com/office/drawing/2014/main" id="{8F82B85C-1A27-4F89-B084-8C3C26C57B02}"/>
                </a:ext>
              </a:extLst>
            </p:cNvPr>
            <p:cNvSpPr txBox="1"/>
            <p:nvPr/>
          </p:nvSpPr>
          <p:spPr bwMode="auto">
            <a:xfrm>
              <a:off x="3013550" y="1462689"/>
              <a:ext cx="3502666" cy="40011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altLang="ko-KR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Objective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95055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5EF0164-C14C-42D8-9764-37AB0A4D49B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Objective</a:t>
            </a:r>
            <a:endParaRPr lang="th-TH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6FDEB0-F86B-4BE4-9B58-F031256BBED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7007" y="1167594"/>
            <a:ext cx="8369986" cy="2808312"/>
          </a:xfrm>
        </p:spPr>
        <p:txBody>
          <a:bodyPr>
            <a:normAutofit lnSpcReduction="10000"/>
          </a:bodyPr>
          <a:lstStyle/>
          <a:p>
            <a:pPr marL="342900" indent="-342900" algn="l">
              <a:buAutoNum type="arabicPeriod"/>
            </a:pPr>
            <a:r>
              <a:rPr lang="en-US" sz="1600" b="1" dirty="0"/>
              <a:t>Change Using Data Gen Port from AS400 to MSSQL</a:t>
            </a:r>
          </a:p>
          <a:p>
            <a:pPr algn="l"/>
            <a:endParaRPr lang="en-US" sz="1600" b="1" dirty="0"/>
          </a:p>
          <a:p>
            <a:pPr algn="l"/>
            <a:r>
              <a:rPr lang="en-US" sz="1600" b="1" dirty="0"/>
              <a:t>2.    Schedule Gen Port can set up by user in any day.</a:t>
            </a:r>
          </a:p>
          <a:p>
            <a:pPr algn="l"/>
            <a:endParaRPr lang="en-US" sz="1600" b="1" dirty="0"/>
          </a:p>
          <a:p>
            <a:pPr algn="l"/>
            <a:r>
              <a:rPr lang="en-US" sz="1600" b="1" dirty="0"/>
              <a:t>3.    User can predictive number of contract for next due.</a:t>
            </a:r>
          </a:p>
          <a:p>
            <a:pPr algn="l"/>
            <a:endParaRPr lang="en-US" sz="1600" b="1" dirty="0"/>
          </a:p>
          <a:p>
            <a:pPr algn="l"/>
            <a:r>
              <a:rPr lang="en-US" sz="1600" b="1" dirty="0"/>
              <a:t>4.    Change set up workforce from import excel in AS400 to New Gen Port System   and user can set up   team , campaign , collector more flexibility. </a:t>
            </a:r>
          </a:p>
          <a:p>
            <a:pPr algn="l"/>
            <a:endParaRPr lang="en-US" sz="1600" b="1" dirty="0"/>
          </a:p>
          <a:p>
            <a:pPr algn="l"/>
            <a:r>
              <a:rPr lang="en-US" sz="1600" b="1" dirty="0"/>
              <a:t>5.    User can choose pattern for generate raw file.</a:t>
            </a:r>
            <a:endParaRPr lang="th-TH" sz="1600" b="1" dirty="0"/>
          </a:p>
        </p:txBody>
      </p:sp>
    </p:spTree>
    <p:extLst>
      <p:ext uri="{BB962C8B-B14F-4D97-AF65-F5344CB8AC3E}">
        <p14:creationId xmlns:p14="http://schemas.microsoft.com/office/powerpoint/2010/main" val="30337115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그림 개체 틀 4">
            <a:extLst>
              <a:ext uri="{FF2B5EF4-FFF2-40B4-BE49-F238E27FC236}">
                <a16:creationId xmlns:a16="http://schemas.microsoft.com/office/drawing/2014/main" id="{6EF05129-6BA3-4652-8A84-E3F0B36F783A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  <p:sp>
        <p:nvSpPr>
          <p:cNvPr id="7" name="그림 개체 틀 6">
            <a:extLst>
              <a:ext uri="{FF2B5EF4-FFF2-40B4-BE49-F238E27FC236}">
                <a16:creationId xmlns:a16="http://schemas.microsoft.com/office/drawing/2014/main" id="{0C12B5F2-BAAA-47AB-A438-38D932F0AA07}"/>
              </a:ext>
            </a:extLst>
          </p:cNvPr>
          <p:cNvSpPr>
            <a:spLocks noGrp="1"/>
          </p:cNvSpPr>
          <p:nvPr>
            <p:ph type="pic" idx="12"/>
          </p:nvPr>
        </p:nvSpPr>
        <p:spPr/>
      </p:sp>
      <p:sp>
        <p:nvSpPr>
          <p:cNvPr id="9" name="그림 개체 틀 8">
            <a:extLst>
              <a:ext uri="{FF2B5EF4-FFF2-40B4-BE49-F238E27FC236}">
                <a16:creationId xmlns:a16="http://schemas.microsoft.com/office/drawing/2014/main" id="{7F724FB4-641F-412C-875E-19081DCA74E8}"/>
              </a:ext>
            </a:extLst>
          </p:cNvPr>
          <p:cNvSpPr>
            <a:spLocks noGrp="1"/>
          </p:cNvSpPr>
          <p:nvPr>
            <p:ph type="pic" idx="13"/>
          </p:nvPr>
        </p:nvSpPr>
        <p:spPr/>
      </p:sp>
      <p:sp>
        <p:nvSpPr>
          <p:cNvPr id="11" name="그림 개체 틀 10">
            <a:extLst>
              <a:ext uri="{FF2B5EF4-FFF2-40B4-BE49-F238E27FC236}">
                <a16:creationId xmlns:a16="http://schemas.microsoft.com/office/drawing/2014/main" id="{D02E8520-CE15-4A98-AA98-C5493487E986}"/>
              </a:ext>
            </a:extLst>
          </p:cNvPr>
          <p:cNvSpPr>
            <a:spLocks noGrp="1"/>
          </p:cNvSpPr>
          <p:nvPr>
            <p:ph type="pic" idx="14"/>
          </p:nvPr>
        </p:nvSpPr>
        <p:spPr/>
      </p: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Scope Of Project 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Text Placeholder 18"/>
          <p:cNvSpPr txBox="1">
            <a:spLocks/>
          </p:cNvSpPr>
          <p:nvPr/>
        </p:nvSpPr>
        <p:spPr>
          <a:xfrm>
            <a:off x="849611" y="3212409"/>
            <a:ext cx="1440159" cy="249580"/>
          </a:xfrm>
          <a:prstGeom prst="rect">
            <a:avLst/>
          </a:prstGeom>
          <a:noFill/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chemeClr val="accent4"/>
                </a:solidFill>
                <a:cs typeface="Arial" pitchFamily="34" charset="0"/>
              </a:rPr>
              <a:t>Port</a:t>
            </a:r>
          </a:p>
          <a:p>
            <a:pPr marL="0" indent="0" algn="ctr">
              <a:buNone/>
            </a:pPr>
            <a:r>
              <a:rPr lang="en-US" sz="1200" b="1" dirty="0">
                <a:solidFill>
                  <a:schemeClr val="accent4"/>
                </a:solidFill>
                <a:cs typeface="Arial" pitchFamily="34" charset="0"/>
              </a:rPr>
              <a:t>Management</a:t>
            </a:r>
          </a:p>
        </p:txBody>
      </p:sp>
      <p:sp>
        <p:nvSpPr>
          <p:cNvPr id="23" name="Text Placeholder 18"/>
          <p:cNvSpPr txBox="1">
            <a:spLocks/>
          </p:cNvSpPr>
          <p:nvPr/>
        </p:nvSpPr>
        <p:spPr>
          <a:xfrm>
            <a:off x="2836094" y="3212409"/>
            <a:ext cx="1440159" cy="249580"/>
          </a:xfrm>
          <a:prstGeom prst="rect">
            <a:avLst/>
          </a:prstGeom>
          <a:noFill/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chemeClr val="accent1"/>
                </a:solidFill>
                <a:cs typeface="Arial" pitchFamily="34" charset="0"/>
              </a:rPr>
              <a:t>Workforce</a:t>
            </a:r>
          </a:p>
          <a:p>
            <a:pPr marL="0" indent="0" algn="ctr">
              <a:buNone/>
            </a:pPr>
            <a:r>
              <a:rPr lang="en-US" sz="1200" b="1" dirty="0">
                <a:solidFill>
                  <a:schemeClr val="accent1"/>
                </a:solidFill>
                <a:cs typeface="Arial" pitchFamily="34" charset="0"/>
              </a:rPr>
              <a:t>Management</a:t>
            </a:r>
          </a:p>
        </p:txBody>
      </p:sp>
      <p:sp>
        <p:nvSpPr>
          <p:cNvPr id="28" name="Text Placeholder 18"/>
          <p:cNvSpPr txBox="1">
            <a:spLocks/>
          </p:cNvSpPr>
          <p:nvPr/>
        </p:nvSpPr>
        <p:spPr>
          <a:xfrm>
            <a:off x="4834734" y="3212409"/>
            <a:ext cx="1449317" cy="249580"/>
          </a:xfrm>
          <a:prstGeom prst="rect">
            <a:avLst/>
          </a:prstGeom>
          <a:noFill/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chemeClr val="accent2"/>
                </a:solidFill>
                <a:cs typeface="Arial" pitchFamily="34" charset="0"/>
              </a:rPr>
              <a:t>Filter</a:t>
            </a:r>
          </a:p>
          <a:p>
            <a:pPr marL="0" indent="0" algn="ctr">
              <a:buNone/>
            </a:pPr>
            <a:r>
              <a:rPr lang="en-US" sz="1200" b="1" dirty="0">
                <a:solidFill>
                  <a:schemeClr val="accent2"/>
                </a:solidFill>
                <a:cs typeface="Arial" pitchFamily="34" charset="0"/>
              </a:rPr>
              <a:t>Management</a:t>
            </a:r>
          </a:p>
        </p:txBody>
      </p:sp>
      <p:sp>
        <p:nvSpPr>
          <p:cNvPr id="33" name="Text Placeholder 18"/>
          <p:cNvSpPr txBox="1">
            <a:spLocks/>
          </p:cNvSpPr>
          <p:nvPr/>
        </p:nvSpPr>
        <p:spPr>
          <a:xfrm>
            <a:off x="6827012" y="3212409"/>
            <a:ext cx="1440159" cy="249580"/>
          </a:xfrm>
          <a:prstGeom prst="rect">
            <a:avLst/>
          </a:prstGeom>
          <a:noFill/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chemeClr val="accent3"/>
                </a:solidFill>
                <a:cs typeface="Arial" pitchFamily="34" charset="0"/>
              </a:rPr>
              <a:t>Gen Port</a:t>
            </a:r>
          </a:p>
          <a:p>
            <a:pPr marL="0" indent="0" algn="ctr">
              <a:buNone/>
            </a:pPr>
            <a:r>
              <a:rPr lang="en-US" sz="1200" b="1" dirty="0">
                <a:solidFill>
                  <a:schemeClr val="accent3"/>
                </a:solidFill>
                <a:cs typeface="Arial" pitchFamily="34" charset="0"/>
              </a:rPr>
              <a:t>Management</a:t>
            </a:r>
          </a:p>
        </p:txBody>
      </p:sp>
      <p:sp>
        <p:nvSpPr>
          <p:cNvPr id="34" name="Pie 24">
            <a:extLst>
              <a:ext uri="{FF2B5EF4-FFF2-40B4-BE49-F238E27FC236}">
                <a16:creationId xmlns:a16="http://schemas.microsoft.com/office/drawing/2014/main" id="{36006165-056F-483C-A771-E6EFE5278391}"/>
              </a:ext>
            </a:extLst>
          </p:cNvPr>
          <p:cNvSpPr/>
          <p:nvPr/>
        </p:nvSpPr>
        <p:spPr>
          <a:xfrm>
            <a:off x="1394461" y="2096547"/>
            <a:ext cx="350460" cy="348520"/>
          </a:xfrm>
          <a:custGeom>
            <a:avLst/>
            <a:gdLst/>
            <a:ahLst/>
            <a:cxnLst/>
            <a:rect l="l" t="t" r="r" b="b"/>
            <a:pathLst>
              <a:path w="3228711" h="3210836">
                <a:moveTo>
                  <a:pt x="351626" y="695968"/>
                </a:moveTo>
                <a:lnTo>
                  <a:pt x="1548007" y="1678300"/>
                </a:lnTo>
                <a:lnTo>
                  <a:pt x="236194" y="2500159"/>
                </a:lnTo>
                <a:cubicBezTo>
                  <a:pt x="-116985" y="1936431"/>
                  <a:pt x="-70514" y="1210092"/>
                  <a:pt x="351626" y="695968"/>
                </a:cubicBezTo>
                <a:close/>
                <a:moveTo>
                  <a:pt x="1957429" y="262366"/>
                </a:moveTo>
                <a:cubicBezTo>
                  <a:pt x="2634256" y="359480"/>
                  <a:pt x="3156733" y="907132"/>
                  <a:pt x="3221913" y="1587776"/>
                </a:cubicBezTo>
                <a:cubicBezTo>
                  <a:pt x="3287093" y="2268421"/>
                  <a:pt x="2878048" y="2905277"/>
                  <a:pt x="2231953" y="3129078"/>
                </a:cubicBezTo>
                <a:cubicBezTo>
                  <a:pt x="1585858" y="3352879"/>
                  <a:pt x="870522" y="3105497"/>
                  <a:pt x="500715" y="2530372"/>
                </a:cubicBezTo>
                <a:lnTo>
                  <a:pt x="1746987" y="1729019"/>
                </a:lnTo>
                <a:close/>
                <a:moveTo>
                  <a:pt x="1604447" y="200"/>
                </a:moveTo>
                <a:cubicBezTo>
                  <a:pt x="1665125" y="-778"/>
                  <a:pt x="1726175" y="1809"/>
                  <a:pt x="1787307" y="8072"/>
                </a:cubicBezTo>
                <a:lnTo>
                  <a:pt x="1629532" y="1548011"/>
                </a:lnTo>
                <a:lnTo>
                  <a:pt x="483856" y="506987"/>
                </a:lnTo>
                <a:cubicBezTo>
                  <a:pt x="773141" y="188622"/>
                  <a:pt x="1179697" y="7051"/>
                  <a:pt x="1604447" y="20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4A8A50C-AA1F-44F2-941B-707F107E1719}"/>
              </a:ext>
            </a:extLst>
          </p:cNvPr>
          <p:cNvGrpSpPr/>
          <p:nvPr/>
        </p:nvGrpSpPr>
        <p:grpSpPr>
          <a:xfrm>
            <a:off x="3281118" y="2134953"/>
            <a:ext cx="576064" cy="310114"/>
            <a:chOff x="5764394" y="3394105"/>
            <a:chExt cx="1146844" cy="617384"/>
          </a:xfrm>
          <a:solidFill>
            <a:schemeClr val="accent1"/>
          </a:solidFill>
        </p:grpSpPr>
        <p:sp>
          <p:nvSpPr>
            <p:cNvPr id="36" name="Round Same Side Corner Rectangle 20">
              <a:extLst>
                <a:ext uri="{FF2B5EF4-FFF2-40B4-BE49-F238E27FC236}">
                  <a16:creationId xmlns:a16="http://schemas.microsoft.com/office/drawing/2014/main" id="{DBF3BC34-1178-4EB5-BAD6-AA6525D81A02}"/>
                </a:ext>
              </a:extLst>
            </p:cNvPr>
            <p:cNvSpPr/>
            <p:nvPr/>
          </p:nvSpPr>
          <p:spPr>
            <a:xfrm rot="10800000">
              <a:off x="5764394" y="3394105"/>
              <a:ext cx="289417" cy="617384"/>
            </a:xfrm>
            <a:custGeom>
              <a:avLst/>
              <a:gdLst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521281 w 1856332"/>
                <a:gd name="connsiteY2" fmla="*/ 3174669 h 3959924"/>
                <a:gd name="connsiteX3" fmla="*/ 466697 w 1856332"/>
                <a:gd name="connsiteY3" fmla="*/ 3144149 h 3959924"/>
                <a:gd name="connsiteX4" fmla="*/ 8303 w 1856332"/>
                <a:gd name="connsiteY4" fmla="*/ 1942070 h 3959924"/>
                <a:gd name="connsiteX5" fmla="*/ 81139 w 1856332"/>
                <a:gd name="connsiteY5" fmla="*/ 1779444 h 3959924"/>
                <a:gd name="connsiteX6" fmla="*/ 243764 w 1856332"/>
                <a:gd name="connsiteY6" fmla="*/ 1852280 h 3959924"/>
                <a:gd name="connsiteX7" fmla="*/ 504770 w 1856332"/>
                <a:gd name="connsiteY7" fmla="*/ 2536736 h 3959924"/>
                <a:gd name="connsiteX8" fmla="*/ 555637 w 1856332"/>
                <a:gd name="connsiteY8" fmla="*/ 2536736 h 3959924"/>
                <a:gd name="connsiteX9" fmla="*/ 226299 w 1856332"/>
                <a:gd name="connsiteY9" fmla="*/ 1210417 h 3959924"/>
                <a:gd name="connsiteX10" fmla="*/ 551784 w 1856332"/>
                <a:gd name="connsiteY10" fmla="*/ 1210417 h 3959924"/>
                <a:gd name="connsiteX11" fmla="*/ 551784 w 1856332"/>
                <a:gd name="connsiteY11" fmla="*/ 168335 h 3959924"/>
                <a:gd name="connsiteX12" fmla="*/ 720119 w 1856332"/>
                <a:gd name="connsiteY12" fmla="*/ 0 h 3959924"/>
                <a:gd name="connsiteX13" fmla="*/ 888454 w 1856332"/>
                <a:gd name="connsiteY13" fmla="*/ 168335 h 3959924"/>
                <a:gd name="connsiteX14" fmla="*/ 888454 w 1856332"/>
                <a:gd name="connsiteY14" fmla="*/ 1210417 h 3959924"/>
                <a:gd name="connsiteX15" fmla="*/ 968040 w 1856332"/>
                <a:gd name="connsiteY15" fmla="*/ 1210417 h 3959924"/>
                <a:gd name="connsiteX16" fmla="*/ 968040 w 1856332"/>
                <a:gd name="connsiteY16" fmla="*/ 168335 h 3959924"/>
                <a:gd name="connsiteX17" fmla="*/ 1136375 w 1856332"/>
                <a:gd name="connsiteY17" fmla="*/ 0 h 3959924"/>
                <a:gd name="connsiteX18" fmla="*/ 1304710 w 1856332"/>
                <a:gd name="connsiteY18" fmla="*/ 168335 h 3959924"/>
                <a:gd name="connsiteX19" fmla="*/ 1304710 w 1856332"/>
                <a:gd name="connsiteY19" fmla="*/ 1210417 h 3959924"/>
                <a:gd name="connsiteX20" fmla="*/ 1631589 w 1856332"/>
                <a:gd name="connsiteY20" fmla="*/ 1210417 h 3959924"/>
                <a:gd name="connsiteX21" fmla="*/ 1302251 w 1856332"/>
                <a:gd name="connsiteY21" fmla="*/ 2536736 h 3959924"/>
                <a:gd name="connsiteX22" fmla="*/ 1351562 w 1856332"/>
                <a:gd name="connsiteY22" fmla="*/ 2536736 h 3959924"/>
                <a:gd name="connsiteX23" fmla="*/ 1612568 w 1856332"/>
                <a:gd name="connsiteY23" fmla="*/ 1852280 h 3959924"/>
                <a:gd name="connsiteX24" fmla="*/ 1775193 w 1856332"/>
                <a:gd name="connsiteY24" fmla="*/ 1779444 h 3959924"/>
                <a:gd name="connsiteX25" fmla="*/ 1848029 w 1856332"/>
                <a:gd name="connsiteY25" fmla="*/ 1942070 h 3959924"/>
                <a:gd name="connsiteX26" fmla="*/ 1389635 w 1856332"/>
                <a:gd name="connsiteY26" fmla="*/ 3144149 h 3959924"/>
                <a:gd name="connsiteX27" fmla="*/ 1344732 w 1856332"/>
                <a:gd name="connsiteY27" fmla="*/ 3176282 h 3959924"/>
                <a:gd name="connsiteX28" fmla="*/ 1228565 w 1856332"/>
                <a:gd name="connsiteY28" fmla="*/ 3214674 h 3959924"/>
                <a:gd name="connsiteX29" fmla="*/ 925623 w 1856332"/>
                <a:gd name="connsiteY29" fmla="*/ 3959924 h 3959924"/>
                <a:gd name="connsiteX30" fmla="*/ 601623 w 1856332"/>
                <a:gd name="connsiteY30" fmla="*/ 3635924 h 3959924"/>
                <a:gd name="connsiteX31" fmla="*/ 925623 w 1856332"/>
                <a:gd name="connsiteY31" fmla="*/ 3311924 h 3959924"/>
                <a:gd name="connsiteX32" fmla="*/ 1249623 w 1856332"/>
                <a:gd name="connsiteY32" fmla="*/ 3635924 h 3959924"/>
                <a:gd name="connsiteX33" fmla="*/ 925623 w 1856332"/>
                <a:gd name="connsiteY33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56332" h="3959924">
                  <a:moveTo>
                    <a:pt x="1228565" y="3214674"/>
                  </a:moveTo>
                  <a:lnTo>
                    <a:pt x="622681" y="3214674"/>
                  </a:lnTo>
                  <a:cubicBezTo>
                    <a:pt x="495703" y="3202920"/>
                    <a:pt x="501057" y="3225622"/>
                    <a:pt x="466697" y="3144149"/>
                  </a:cubicBezTo>
                  <a:lnTo>
                    <a:pt x="8303" y="1942070"/>
                  </a:lnTo>
                  <a:cubicBezTo>
                    <a:pt x="-16491" y="1877049"/>
                    <a:pt x="16118" y="1804239"/>
                    <a:pt x="81139" y="1779444"/>
                  </a:cubicBezTo>
                  <a:cubicBezTo>
                    <a:pt x="146160" y="1754650"/>
                    <a:pt x="218970" y="1787259"/>
                    <a:pt x="243764" y="1852280"/>
                  </a:cubicBezTo>
                  <a:lnTo>
                    <a:pt x="504770" y="2536736"/>
                  </a:lnTo>
                  <a:lnTo>
                    <a:pt x="555637" y="2536736"/>
                  </a:lnTo>
                  <a:lnTo>
                    <a:pt x="226299" y="1210417"/>
                  </a:lnTo>
                  <a:lnTo>
                    <a:pt x="551784" y="1210417"/>
                  </a:lnTo>
                  <a:lnTo>
                    <a:pt x="551784" y="168335"/>
                  </a:lnTo>
                  <a:cubicBezTo>
                    <a:pt x="551784" y="75366"/>
                    <a:pt x="627150" y="0"/>
                    <a:pt x="720119" y="0"/>
                  </a:cubicBezTo>
                  <a:cubicBezTo>
                    <a:pt x="813088" y="0"/>
                    <a:pt x="888454" y="75366"/>
                    <a:pt x="888454" y="168335"/>
                  </a:cubicBezTo>
                  <a:lnTo>
                    <a:pt x="888454" y="1210417"/>
                  </a:lnTo>
                  <a:lnTo>
                    <a:pt x="968040" y="1210417"/>
                  </a:lnTo>
                  <a:lnTo>
                    <a:pt x="968040" y="168335"/>
                  </a:lnTo>
                  <a:cubicBezTo>
                    <a:pt x="968040" y="75366"/>
                    <a:pt x="1043406" y="0"/>
                    <a:pt x="1136375" y="0"/>
                  </a:cubicBezTo>
                  <a:cubicBezTo>
                    <a:pt x="1229344" y="0"/>
                    <a:pt x="1304710" y="75366"/>
                    <a:pt x="1304710" y="168335"/>
                  </a:cubicBezTo>
                  <a:lnTo>
                    <a:pt x="1304710" y="1210417"/>
                  </a:lnTo>
                  <a:lnTo>
                    <a:pt x="1631589" y="1210417"/>
                  </a:lnTo>
                  <a:lnTo>
                    <a:pt x="1302251" y="2536736"/>
                  </a:lnTo>
                  <a:lnTo>
                    <a:pt x="1351562" y="2536736"/>
                  </a:lnTo>
                  <a:lnTo>
                    <a:pt x="1612568" y="1852280"/>
                  </a:lnTo>
                  <a:cubicBezTo>
                    <a:pt x="1637362" y="1787259"/>
                    <a:pt x="1710172" y="1754650"/>
                    <a:pt x="1775193" y="1779444"/>
                  </a:cubicBezTo>
                  <a:cubicBezTo>
                    <a:pt x="1840214" y="1804239"/>
                    <a:pt x="1872823" y="1877049"/>
                    <a:pt x="1848029" y="1942070"/>
                  </a:cubicBezTo>
                  <a:lnTo>
                    <a:pt x="1389635" y="3144149"/>
                  </a:lnTo>
                  <a:cubicBezTo>
                    <a:pt x="1348984" y="3225622"/>
                    <a:pt x="1356391" y="3202920"/>
                    <a:pt x="1228565" y="3214674"/>
                  </a:cubicBezTo>
                  <a:close/>
                  <a:moveTo>
                    <a:pt x="925623" y="3959924"/>
                  </a:moveTo>
                  <a:cubicBezTo>
                    <a:pt x="746683" y="3959924"/>
                    <a:pt x="601623" y="3814864"/>
                    <a:pt x="601623" y="3635924"/>
                  </a:cubicBezTo>
                  <a:cubicBezTo>
                    <a:pt x="601623" y="3456984"/>
                    <a:pt x="746683" y="3311924"/>
                    <a:pt x="925623" y="3311924"/>
                  </a:cubicBezTo>
                  <a:cubicBezTo>
                    <a:pt x="1104563" y="3311924"/>
                    <a:pt x="1249623" y="3456984"/>
                    <a:pt x="1249623" y="3635924"/>
                  </a:cubicBezTo>
                  <a:cubicBezTo>
                    <a:pt x="1249623" y="3814864"/>
                    <a:pt x="1104563" y="3959924"/>
                    <a:pt x="925623" y="395992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7" name="Round Same Side Corner Rectangle 20">
              <a:extLst>
                <a:ext uri="{FF2B5EF4-FFF2-40B4-BE49-F238E27FC236}">
                  <a16:creationId xmlns:a16="http://schemas.microsoft.com/office/drawing/2014/main" id="{FE853B9D-6013-4443-B139-66B282F0E157}"/>
                </a:ext>
              </a:extLst>
            </p:cNvPr>
            <p:cNvSpPr/>
            <p:nvPr/>
          </p:nvSpPr>
          <p:spPr>
            <a:xfrm rot="10800000">
              <a:off x="6050203" y="3394105"/>
              <a:ext cx="289417" cy="617384"/>
            </a:xfrm>
            <a:custGeom>
              <a:avLst/>
              <a:gdLst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521281 w 1856332"/>
                <a:gd name="connsiteY2" fmla="*/ 3174669 h 3959924"/>
                <a:gd name="connsiteX3" fmla="*/ 466697 w 1856332"/>
                <a:gd name="connsiteY3" fmla="*/ 3144149 h 3959924"/>
                <a:gd name="connsiteX4" fmla="*/ 8303 w 1856332"/>
                <a:gd name="connsiteY4" fmla="*/ 1942070 h 3959924"/>
                <a:gd name="connsiteX5" fmla="*/ 81139 w 1856332"/>
                <a:gd name="connsiteY5" fmla="*/ 1779444 h 3959924"/>
                <a:gd name="connsiteX6" fmla="*/ 243764 w 1856332"/>
                <a:gd name="connsiteY6" fmla="*/ 1852280 h 3959924"/>
                <a:gd name="connsiteX7" fmla="*/ 504770 w 1856332"/>
                <a:gd name="connsiteY7" fmla="*/ 2536736 h 3959924"/>
                <a:gd name="connsiteX8" fmla="*/ 555637 w 1856332"/>
                <a:gd name="connsiteY8" fmla="*/ 2536736 h 3959924"/>
                <a:gd name="connsiteX9" fmla="*/ 226299 w 1856332"/>
                <a:gd name="connsiteY9" fmla="*/ 1210417 h 3959924"/>
                <a:gd name="connsiteX10" fmla="*/ 551784 w 1856332"/>
                <a:gd name="connsiteY10" fmla="*/ 1210417 h 3959924"/>
                <a:gd name="connsiteX11" fmla="*/ 551784 w 1856332"/>
                <a:gd name="connsiteY11" fmla="*/ 168335 h 3959924"/>
                <a:gd name="connsiteX12" fmla="*/ 720119 w 1856332"/>
                <a:gd name="connsiteY12" fmla="*/ 0 h 3959924"/>
                <a:gd name="connsiteX13" fmla="*/ 888454 w 1856332"/>
                <a:gd name="connsiteY13" fmla="*/ 168335 h 3959924"/>
                <a:gd name="connsiteX14" fmla="*/ 888454 w 1856332"/>
                <a:gd name="connsiteY14" fmla="*/ 1210417 h 3959924"/>
                <a:gd name="connsiteX15" fmla="*/ 968040 w 1856332"/>
                <a:gd name="connsiteY15" fmla="*/ 1210417 h 3959924"/>
                <a:gd name="connsiteX16" fmla="*/ 968040 w 1856332"/>
                <a:gd name="connsiteY16" fmla="*/ 168335 h 3959924"/>
                <a:gd name="connsiteX17" fmla="*/ 1136375 w 1856332"/>
                <a:gd name="connsiteY17" fmla="*/ 0 h 3959924"/>
                <a:gd name="connsiteX18" fmla="*/ 1304710 w 1856332"/>
                <a:gd name="connsiteY18" fmla="*/ 168335 h 3959924"/>
                <a:gd name="connsiteX19" fmla="*/ 1304710 w 1856332"/>
                <a:gd name="connsiteY19" fmla="*/ 1210417 h 3959924"/>
                <a:gd name="connsiteX20" fmla="*/ 1631589 w 1856332"/>
                <a:gd name="connsiteY20" fmla="*/ 1210417 h 3959924"/>
                <a:gd name="connsiteX21" fmla="*/ 1302251 w 1856332"/>
                <a:gd name="connsiteY21" fmla="*/ 2536736 h 3959924"/>
                <a:gd name="connsiteX22" fmla="*/ 1351562 w 1856332"/>
                <a:gd name="connsiteY22" fmla="*/ 2536736 h 3959924"/>
                <a:gd name="connsiteX23" fmla="*/ 1612568 w 1856332"/>
                <a:gd name="connsiteY23" fmla="*/ 1852280 h 3959924"/>
                <a:gd name="connsiteX24" fmla="*/ 1775193 w 1856332"/>
                <a:gd name="connsiteY24" fmla="*/ 1779444 h 3959924"/>
                <a:gd name="connsiteX25" fmla="*/ 1848029 w 1856332"/>
                <a:gd name="connsiteY25" fmla="*/ 1942070 h 3959924"/>
                <a:gd name="connsiteX26" fmla="*/ 1389635 w 1856332"/>
                <a:gd name="connsiteY26" fmla="*/ 3144149 h 3959924"/>
                <a:gd name="connsiteX27" fmla="*/ 1344732 w 1856332"/>
                <a:gd name="connsiteY27" fmla="*/ 3176282 h 3959924"/>
                <a:gd name="connsiteX28" fmla="*/ 1228565 w 1856332"/>
                <a:gd name="connsiteY28" fmla="*/ 3214674 h 3959924"/>
                <a:gd name="connsiteX29" fmla="*/ 925623 w 1856332"/>
                <a:gd name="connsiteY29" fmla="*/ 3959924 h 3959924"/>
                <a:gd name="connsiteX30" fmla="*/ 601623 w 1856332"/>
                <a:gd name="connsiteY30" fmla="*/ 3635924 h 3959924"/>
                <a:gd name="connsiteX31" fmla="*/ 925623 w 1856332"/>
                <a:gd name="connsiteY31" fmla="*/ 3311924 h 3959924"/>
                <a:gd name="connsiteX32" fmla="*/ 1249623 w 1856332"/>
                <a:gd name="connsiteY32" fmla="*/ 3635924 h 3959924"/>
                <a:gd name="connsiteX33" fmla="*/ 925623 w 1856332"/>
                <a:gd name="connsiteY33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56332" h="3959924">
                  <a:moveTo>
                    <a:pt x="1228565" y="3214674"/>
                  </a:moveTo>
                  <a:lnTo>
                    <a:pt x="622681" y="3214674"/>
                  </a:lnTo>
                  <a:cubicBezTo>
                    <a:pt x="495703" y="3202920"/>
                    <a:pt x="501057" y="3225622"/>
                    <a:pt x="466697" y="3144149"/>
                  </a:cubicBezTo>
                  <a:lnTo>
                    <a:pt x="8303" y="1942070"/>
                  </a:lnTo>
                  <a:cubicBezTo>
                    <a:pt x="-16491" y="1877049"/>
                    <a:pt x="16118" y="1804239"/>
                    <a:pt x="81139" y="1779444"/>
                  </a:cubicBezTo>
                  <a:cubicBezTo>
                    <a:pt x="146160" y="1754650"/>
                    <a:pt x="218970" y="1787259"/>
                    <a:pt x="243764" y="1852280"/>
                  </a:cubicBezTo>
                  <a:lnTo>
                    <a:pt x="504770" y="2536736"/>
                  </a:lnTo>
                  <a:lnTo>
                    <a:pt x="555637" y="2536736"/>
                  </a:lnTo>
                  <a:lnTo>
                    <a:pt x="226299" y="1210417"/>
                  </a:lnTo>
                  <a:lnTo>
                    <a:pt x="551784" y="1210417"/>
                  </a:lnTo>
                  <a:lnTo>
                    <a:pt x="551784" y="168335"/>
                  </a:lnTo>
                  <a:cubicBezTo>
                    <a:pt x="551784" y="75366"/>
                    <a:pt x="627150" y="0"/>
                    <a:pt x="720119" y="0"/>
                  </a:cubicBezTo>
                  <a:cubicBezTo>
                    <a:pt x="813088" y="0"/>
                    <a:pt x="888454" y="75366"/>
                    <a:pt x="888454" y="168335"/>
                  </a:cubicBezTo>
                  <a:lnTo>
                    <a:pt x="888454" y="1210417"/>
                  </a:lnTo>
                  <a:lnTo>
                    <a:pt x="968040" y="1210417"/>
                  </a:lnTo>
                  <a:lnTo>
                    <a:pt x="968040" y="168335"/>
                  </a:lnTo>
                  <a:cubicBezTo>
                    <a:pt x="968040" y="75366"/>
                    <a:pt x="1043406" y="0"/>
                    <a:pt x="1136375" y="0"/>
                  </a:cubicBezTo>
                  <a:cubicBezTo>
                    <a:pt x="1229344" y="0"/>
                    <a:pt x="1304710" y="75366"/>
                    <a:pt x="1304710" y="168335"/>
                  </a:cubicBezTo>
                  <a:lnTo>
                    <a:pt x="1304710" y="1210417"/>
                  </a:lnTo>
                  <a:lnTo>
                    <a:pt x="1631589" y="1210417"/>
                  </a:lnTo>
                  <a:lnTo>
                    <a:pt x="1302251" y="2536736"/>
                  </a:lnTo>
                  <a:lnTo>
                    <a:pt x="1351562" y="2536736"/>
                  </a:lnTo>
                  <a:lnTo>
                    <a:pt x="1612568" y="1852280"/>
                  </a:lnTo>
                  <a:cubicBezTo>
                    <a:pt x="1637362" y="1787259"/>
                    <a:pt x="1710172" y="1754650"/>
                    <a:pt x="1775193" y="1779444"/>
                  </a:cubicBezTo>
                  <a:cubicBezTo>
                    <a:pt x="1840214" y="1804239"/>
                    <a:pt x="1872823" y="1877049"/>
                    <a:pt x="1848029" y="1942070"/>
                  </a:cubicBezTo>
                  <a:lnTo>
                    <a:pt x="1389635" y="3144149"/>
                  </a:lnTo>
                  <a:cubicBezTo>
                    <a:pt x="1348984" y="3225622"/>
                    <a:pt x="1356391" y="3202920"/>
                    <a:pt x="1228565" y="3214674"/>
                  </a:cubicBezTo>
                  <a:close/>
                  <a:moveTo>
                    <a:pt x="925623" y="3959924"/>
                  </a:moveTo>
                  <a:cubicBezTo>
                    <a:pt x="746683" y="3959924"/>
                    <a:pt x="601623" y="3814864"/>
                    <a:pt x="601623" y="3635924"/>
                  </a:cubicBezTo>
                  <a:cubicBezTo>
                    <a:pt x="601623" y="3456984"/>
                    <a:pt x="746683" y="3311924"/>
                    <a:pt x="925623" y="3311924"/>
                  </a:cubicBezTo>
                  <a:cubicBezTo>
                    <a:pt x="1104563" y="3311924"/>
                    <a:pt x="1249623" y="3456984"/>
                    <a:pt x="1249623" y="3635924"/>
                  </a:cubicBezTo>
                  <a:cubicBezTo>
                    <a:pt x="1249623" y="3814864"/>
                    <a:pt x="1104563" y="3959924"/>
                    <a:pt x="925623" y="395992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8" name="Round Same Side Corner Rectangle 20">
              <a:extLst>
                <a:ext uri="{FF2B5EF4-FFF2-40B4-BE49-F238E27FC236}">
                  <a16:creationId xmlns:a16="http://schemas.microsoft.com/office/drawing/2014/main" id="{FBF3C5A7-8EDA-4D92-83A5-FFC03A5E6DF8}"/>
                </a:ext>
              </a:extLst>
            </p:cNvPr>
            <p:cNvSpPr/>
            <p:nvPr/>
          </p:nvSpPr>
          <p:spPr>
            <a:xfrm rot="10800000">
              <a:off x="6336012" y="3394105"/>
              <a:ext cx="289417" cy="617384"/>
            </a:xfrm>
            <a:custGeom>
              <a:avLst/>
              <a:gdLst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521281 w 1856332"/>
                <a:gd name="connsiteY2" fmla="*/ 3174669 h 3959924"/>
                <a:gd name="connsiteX3" fmla="*/ 466697 w 1856332"/>
                <a:gd name="connsiteY3" fmla="*/ 3144149 h 3959924"/>
                <a:gd name="connsiteX4" fmla="*/ 8303 w 1856332"/>
                <a:gd name="connsiteY4" fmla="*/ 1942070 h 3959924"/>
                <a:gd name="connsiteX5" fmla="*/ 81139 w 1856332"/>
                <a:gd name="connsiteY5" fmla="*/ 1779444 h 3959924"/>
                <a:gd name="connsiteX6" fmla="*/ 243764 w 1856332"/>
                <a:gd name="connsiteY6" fmla="*/ 1852280 h 3959924"/>
                <a:gd name="connsiteX7" fmla="*/ 504770 w 1856332"/>
                <a:gd name="connsiteY7" fmla="*/ 2536736 h 3959924"/>
                <a:gd name="connsiteX8" fmla="*/ 555637 w 1856332"/>
                <a:gd name="connsiteY8" fmla="*/ 2536736 h 3959924"/>
                <a:gd name="connsiteX9" fmla="*/ 226299 w 1856332"/>
                <a:gd name="connsiteY9" fmla="*/ 1210417 h 3959924"/>
                <a:gd name="connsiteX10" fmla="*/ 551784 w 1856332"/>
                <a:gd name="connsiteY10" fmla="*/ 1210417 h 3959924"/>
                <a:gd name="connsiteX11" fmla="*/ 551784 w 1856332"/>
                <a:gd name="connsiteY11" fmla="*/ 168335 h 3959924"/>
                <a:gd name="connsiteX12" fmla="*/ 720119 w 1856332"/>
                <a:gd name="connsiteY12" fmla="*/ 0 h 3959924"/>
                <a:gd name="connsiteX13" fmla="*/ 888454 w 1856332"/>
                <a:gd name="connsiteY13" fmla="*/ 168335 h 3959924"/>
                <a:gd name="connsiteX14" fmla="*/ 888454 w 1856332"/>
                <a:gd name="connsiteY14" fmla="*/ 1210417 h 3959924"/>
                <a:gd name="connsiteX15" fmla="*/ 968040 w 1856332"/>
                <a:gd name="connsiteY15" fmla="*/ 1210417 h 3959924"/>
                <a:gd name="connsiteX16" fmla="*/ 968040 w 1856332"/>
                <a:gd name="connsiteY16" fmla="*/ 168335 h 3959924"/>
                <a:gd name="connsiteX17" fmla="*/ 1136375 w 1856332"/>
                <a:gd name="connsiteY17" fmla="*/ 0 h 3959924"/>
                <a:gd name="connsiteX18" fmla="*/ 1304710 w 1856332"/>
                <a:gd name="connsiteY18" fmla="*/ 168335 h 3959924"/>
                <a:gd name="connsiteX19" fmla="*/ 1304710 w 1856332"/>
                <a:gd name="connsiteY19" fmla="*/ 1210417 h 3959924"/>
                <a:gd name="connsiteX20" fmla="*/ 1631589 w 1856332"/>
                <a:gd name="connsiteY20" fmla="*/ 1210417 h 3959924"/>
                <a:gd name="connsiteX21" fmla="*/ 1302251 w 1856332"/>
                <a:gd name="connsiteY21" fmla="*/ 2536736 h 3959924"/>
                <a:gd name="connsiteX22" fmla="*/ 1351562 w 1856332"/>
                <a:gd name="connsiteY22" fmla="*/ 2536736 h 3959924"/>
                <a:gd name="connsiteX23" fmla="*/ 1612568 w 1856332"/>
                <a:gd name="connsiteY23" fmla="*/ 1852280 h 3959924"/>
                <a:gd name="connsiteX24" fmla="*/ 1775193 w 1856332"/>
                <a:gd name="connsiteY24" fmla="*/ 1779444 h 3959924"/>
                <a:gd name="connsiteX25" fmla="*/ 1848029 w 1856332"/>
                <a:gd name="connsiteY25" fmla="*/ 1942070 h 3959924"/>
                <a:gd name="connsiteX26" fmla="*/ 1389635 w 1856332"/>
                <a:gd name="connsiteY26" fmla="*/ 3144149 h 3959924"/>
                <a:gd name="connsiteX27" fmla="*/ 1344732 w 1856332"/>
                <a:gd name="connsiteY27" fmla="*/ 3176282 h 3959924"/>
                <a:gd name="connsiteX28" fmla="*/ 1228565 w 1856332"/>
                <a:gd name="connsiteY28" fmla="*/ 3214674 h 3959924"/>
                <a:gd name="connsiteX29" fmla="*/ 925623 w 1856332"/>
                <a:gd name="connsiteY29" fmla="*/ 3959924 h 3959924"/>
                <a:gd name="connsiteX30" fmla="*/ 601623 w 1856332"/>
                <a:gd name="connsiteY30" fmla="*/ 3635924 h 3959924"/>
                <a:gd name="connsiteX31" fmla="*/ 925623 w 1856332"/>
                <a:gd name="connsiteY31" fmla="*/ 3311924 h 3959924"/>
                <a:gd name="connsiteX32" fmla="*/ 1249623 w 1856332"/>
                <a:gd name="connsiteY32" fmla="*/ 3635924 h 3959924"/>
                <a:gd name="connsiteX33" fmla="*/ 925623 w 1856332"/>
                <a:gd name="connsiteY33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56332" h="3959924">
                  <a:moveTo>
                    <a:pt x="1228565" y="3214674"/>
                  </a:moveTo>
                  <a:lnTo>
                    <a:pt x="622681" y="3214674"/>
                  </a:lnTo>
                  <a:cubicBezTo>
                    <a:pt x="495703" y="3202920"/>
                    <a:pt x="501057" y="3225622"/>
                    <a:pt x="466697" y="3144149"/>
                  </a:cubicBezTo>
                  <a:lnTo>
                    <a:pt x="8303" y="1942070"/>
                  </a:lnTo>
                  <a:cubicBezTo>
                    <a:pt x="-16491" y="1877049"/>
                    <a:pt x="16118" y="1804239"/>
                    <a:pt x="81139" y="1779444"/>
                  </a:cubicBezTo>
                  <a:cubicBezTo>
                    <a:pt x="146160" y="1754650"/>
                    <a:pt x="218970" y="1787259"/>
                    <a:pt x="243764" y="1852280"/>
                  </a:cubicBezTo>
                  <a:lnTo>
                    <a:pt x="504770" y="2536736"/>
                  </a:lnTo>
                  <a:lnTo>
                    <a:pt x="555637" y="2536736"/>
                  </a:lnTo>
                  <a:lnTo>
                    <a:pt x="226299" y="1210417"/>
                  </a:lnTo>
                  <a:lnTo>
                    <a:pt x="551784" y="1210417"/>
                  </a:lnTo>
                  <a:lnTo>
                    <a:pt x="551784" y="168335"/>
                  </a:lnTo>
                  <a:cubicBezTo>
                    <a:pt x="551784" y="75366"/>
                    <a:pt x="627150" y="0"/>
                    <a:pt x="720119" y="0"/>
                  </a:cubicBezTo>
                  <a:cubicBezTo>
                    <a:pt x="813088" y="0"/>
                    <a:pt x="888454" y="75366"/>
                    <a:pt x="888454" y="168335"/>
                  </a:cubicBezTo>
                  <a:lnTo>
                    <a:pt x="888454" y="1210417"/>
                  </a:lnTo>
                  <a:lnTo>
                    <a:pt x="968040" y="1210417"/>
                  </a:lnTo>
                  <a:lnTo>
                    <a:pt x="968040" y="168335"/>
                  </a:lnTo>
                  <a:cubicBezTo>
                    <a:pt x="968040" y="75366"/>
                    <a:pt x="1043406" y="0"/>
                    <a:pt x="1136375" y="0"/>
                  </a:cubicBezTo>
                  <a:cubicBezTo>
                    <a:pt x="1229344" y="0"/>
                    <a:pt x="1304710" y="75366"/>
                    <a:pt x="1304710" y="168335"/>
                  </a:cubicBezTo>
                  <a:lnTo>
                    <a:pt x="1304710" y="1210417"/>
                  </a:lnTo>
                  <a:lnTo>
                    <a:pt x="1631589" y="1210417"/>
                  </a:lnTo>
                  <a:lnTo>
                    <a:pt x="1302251" y="2536736"/>
                  </a:lnTo>
                  <a:lnTo>
                    <a:pt x="1351562" y="2536736"/>
                  </a:lnTo>
                  <a:lnTo>
                    <a:pt x="1612568" y="1852280"/>
                  </a:lnTo>
                  <a:cubicBezTo>
                    <a:pt x="1637362" y="1787259"/>
                    <a:pt x="1710172" y="1754650"/>
                    <a:pt x="1775193" y="1779444"/>
                  </a:cubicBezTo>
                  <a:cubicBezTo>
                    <a:pt x="1840214" y="1804239"/>
                    <a:pt x="1872823" y="1877049"/>
                    <a:pt x="1848029" y="1942070"/>
                  </a:cubicBezTo>
                  <a:lnTo>
                    <a:pt x="1389635" y="3144149"/>
                  </a:lnTo>
                  <a:cubicBezTo>
                    <a:pt x="1348984" y="3225622"/>
                    <a:pt x="1356391" y="3202920"/>
                    <a:pt x="1228565" y="3214674"/>
                  </a:cubicBezTo>
                  <a:close/>
                  <a:moveTo>
                    <a:pt x="925623" y="3959924"/>
                  </a:moveTo>
                  <a:cubicBezTo>
                    <a:pt x="746683" y="3959924"/>
                    <a:pt x="601623" y="3814864"/>
                    <a:pt x="601623" y="3635924"/>
                  </a:cubicBezTo>
                  <a:cubicBezTo>
                    <a:pt x="601623" y="3456984"/>
                    <a:pt x="746683" y="3311924"/>
                    <a:pt x="925623" y="3311924"/>
                  </a:cubicBezTo>
                  <a:cubicBezTo>
                    <a:pt x="1104563" y="3311924"/>
                    <a:pt x="1249623" y="3456984"/>
                    <a:pt x="1249623" y="3635924"/>
                  </a:cubicBezTo>
                  <a:cubicBezTo>
                    <a:pt x="1249623" y="3814864"/>
                    <a:pt x="1104563" y="3959924"/>
                    <a:pt x="925623" y="395992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9" name="Round Same Side Corner Rectangle 20">
              <a:extLst>
                <a:ext uri="{FF2B5EF4-FFF2-40B4-BE49-F238E27FC236}">
                  <a16:creationId xmlns:a16="http://schemas.microsoft.com/office/drawing/2014/main" id="{042AED90-D5C4-48F3-A1AB-9DB213AE2FE8}"/>
                </a:ext>
              </a:extLst>
            </p:cNvPr>
            <p:cNvSpPr/>
            <p:nvPr/>
          </p:nvSpPr>
          <p:spPr>
            <a:xfrm rot="10800000">
              <a:off x="6621821" y="3394105"/>
              <a:ext cx="289417" cy="617384"/>
            </a:xfrm>
            <a:custGeom>
              <a:avLst/>
              <a:gdLst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521281 w 1856332"/>
                <a:gd name="connsiteY2" fmla="*/ 3174669 h 3959924"/>
                <a:gd name="connsiteX3" fmla="*/ 466697 w 1856332"/>
                <a:gd name="connsiteY3" fmla="*/ 3144149 h 3959924"/>
                <a:gd name="connsiteX4" fmla="*/ 8303 w 1856332"/>
                <a:gd name="connsiteY4" fmla="*/ 1942070 h 3959924"/>
                <a:gd name="connsiteX5" fmla="*/ 81139 w 1856332"/>
                <a:gd name="connsiteY5" fmla="*/ 1779444 h 3959924"/>
                <a:gd name="connsiteX6" fmla="*/ 243764 w 1856332"/>
                <a:gd name="connsiteY6" fmla="*/ 1852280 h 3959924"/>
                <a:gd name="connsiteX7" fmla="*/ 504770 w 1856332"/>
                <a:gd name="connsiteY7" fmla="*/ 2536736 h 3959924"/>
                <a:gd name="connsiteX8" fmla="*/ 555637 w 1856332"/>
                <a:gd name="connsiteY8" fmla="*/ 2536736 h 3959924"/>
                <a:gd name="connsiteX9" fmla="*/ 226299 w 1856332"/>
                <a:gd name="connsiteY9" fmla="*/ 1210417 h 3959924"/>
                <a:gd name="connsiteX10" fmla="*/ 551784 w 1856332"/>
                <a:gd name="connsiteY10" fmla="*/ 1210417 h 3959924"/>
                <a:gd name="connsiteX11" fmla="*/ 551784 w 1856332"/>
                <a:gd name="connsiteY11" fmla="*/ 168335 h 3959924"/>
                <a:gd name="connsiteX12" fmla="*/ 720119 w 1856332"/>
                <a:gd name="connsiteY12" fmla="*/ 0 h 3959924"/>
                <a:gd name="connsiteX13" fmla="*/ 888454 w 1856332"/>
                <a:gd name="connsiteY13" fmla="*/ 168335 h 3959924"/>
                <a:gd name="connsiteX14" fmla="*/ 888454 w 1856332"/>
                <a:gd name="connsiteY14" fmla="*/ 1210417 h 3959924"/>
                <a:gd name="connsiteX15" fmla="*/ 968040 w 1856332"/>
                <a:gd name="connsiteY15" fmla="*/ 1210417 h 3959924"/>
                <a:gd name="connsiteX16" fmla="*/ 968040 w 1856332"/>
                <a:gd name="connsiteY16" fmla="*/ 168335 h 3959924"/>
                <a:gd name="connsiteX17" fmla="*/ 1136375 w 1856332"/>
                <a:gd name="connsiteY17" fmla="*/ 0 h 3959924"/>
                <a:gd name="connsiteX18" fmla="*/ 1304710 w 1856332"/>
                <a:gd name="connsiteY18" fmla="*/ 168335 h 3959924"/>
                <a:gd name="connsiteX19" fmla="*/ 1304710 w 1856332"/>
                <a:gd name="connsiteY19" fmla="*/ 1210417 h 3959924"/>
                <a:gd name="connsiteX20" fmla="*/ 1631589 w 1856332"/>
                <a:gd name="connsiteY20" fmla="*/ 1210417 h 3959924"/>
                <a:gd name="connsiteX21" fmla="*/ 1302251 w 1856332"/>
                <a:gd name="connsiteY21" fmla="*/ 2536736 h 3959924"/>
                <a:gd name="connsiteX22" fmla="*/ 1351562 w 1856332"/>
                <a:gd name="connsiteY22" fmla="*/ 2536736 h 3959924"/>
                <a:gd name="connsiteX23" fmla="*/ 1612568 w 1856332"/>
                <a:gd name="connsiteY23" fmla="*/ 1852280 h 3959924"/>
                <a:gd name="connsiteX24" fmla="*/ 1775193 w 1856332"/>
                <a:gd name="connsiteY24" fmla="*/ 1779444 h 3959924"/>
                <a:gd name="connsiteX25" fmla="*/ 1848029 w 1856332"/>
                <a:gd name="connsiteY25" fmla="*/ 1942070 h 3959924"/>
                <a:gd name="connsiteX26" fmla="*/ 1389635 w 1856332"/>
                <a:gd name="connsiteY26" fmla="*/ 3144149 h 3959924"/>
                <a:gd name="connsiteX27" fmla="*/ 1344732 w 1856332"/>
                <a:gd name="connsiteY27" fmla="*/ 3176282 h 3959924"/>
                <a:gd name="connsiteX28" fmla="*/ 1228565 w 1856332"/>
                <a:gd name="connsiteY28" fmla="*/ 3214674 h 3959924"/>
                <a:gd name="connsiteX29" fmla="*/ 925623 w 1856332"/>
                <a:gd name="connsiteY29" fmla="*/ 3959924 h 3959924"/>
                <a:gd name="connsiteX30" fmla="*/ 601623 w 1856332"/>
                <a:gd name="connsiteY30" fmla="*/ 3635924 h 3959924"/>
                <a:gd name="connsiteX31" fmla="*/ 925623 w 1856332"/>
                <a:gd name="connsiteY31" fmla="*/ 3311924 h 3959924"/>
                <a:gd name="connsiteX32" fmla="*/ 1249623 w 1856332"/>
                <a:gd name="connsiteY32" fmla="*/ 3635924 h 3959924"/>
                <a:gd name="connsiteX33" fmla="*/ 925623 w 1856332"/>
                <a:gd name="connsiteY33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56332" h="3959924">
                  <a:moveTo>
                    <a:pt x="1228565" y="3214674"/>
                  </a:moveTo>
                  <a:lnTo>
                    <a:pt x="622681" y="3214674"/>
                  </a:lnTo>
                  <a:cubicBezTo>
                    <a:pt x="495703" y="3202920"/>
                    <a:pt x="501057" y="3225622"/>
                    <a:pt x="466697" y="3144149"/>
                  </a:cubicBezTo>
                  <a:lnTo>
                    <a:pt x="8303" y="1942070"/>
                  </a:lnTo>
                  <a:cubicBezTo>
                    <a:pt x="-16491" y="1877049"/>
                    <a:pt x="16118" y="1804239"/>
                    <a:pt x="81139" y="1779444"/>
                  </a:cubicBezTo>
                  <a:cubicBezTo>
                    <a:pt x="146160" y="1754650"/>
                    <a:pt x="218970" y="1787259"/>
                    <a:pt x="243764" y="1852280"/>
                  </a:cubicBezTo>
                  <a:lnTo>
                    <a:pt x="504770" y="2536736"/>
                  </a:lnTo>
                  <a:lnTo>
                    <a:pt x="555637" y="2536736"/>
                  </a:lnTo>
                  <a:lnTo>
                    <a:pt x="226299" y="1210417"/>
                  </a:lnTo>
                  <a:lnTo>
                    <a:pt x="551784" y="1210417"/>
                  </a:lnTo>
                  <a:lnTo>
                    <a:pt x="551784" y="168335"/>
                  </a:lnTo>
                  <a:cubicBezTo>
                    <a:pt x="551784" y="75366"/>
                    <a:pt x="627150" y="0"/>
                    <a:pt x="720119" y="0"/>
                  </a:cubicBezTo>
                  <a:cubicBezTo>
                    <a:pt x="813088" y="0"/>
                    <a:pt x="888454" y="75366"/>
                    <a:pt x="888454" y="168335"/>
                  </a:cubicBezTo>
                  <a:lnTo>
                    <a:pt x="888454" y="1210417"/>
                  </a:lnTo>
                  <a:lnTo>
                    <a:pt x="968040" y="1210417"/>
                  </a:lnTo>
                  <a:lnTo>
                    <a:pt x="968040" y="168335"/>
                  </a:lnTo>
                  <a:cubicBezTo>
                    <a:pt x="968040" y="75366"/>
                    <a:pt x="1043406" y="0"/>
                    <a:pt x="1136375" y="0"/>
                  </a:cubicBezTo>
                  <a:cubicBezTo>
                    <a:pt x="1229344" y="0"/>
                    <a:pt x="1304710" y="75366"/>
                    <a:pt x="1304710" y="168335"/>
                  </a:cubicBezTo>
                  <a:lnTo>
                    <a:pt x="1304710" y="1210417"/>
                  </a:lnTo>
                  <a:lnTo>
                    <a:pt x="1631589" y="1210417"/>
                  </a:lnTo>
                  <a:lnTo>
                    <a:pt x="1302251" y="2536736"/>
                  </a:lnTo>
                  <a:lnTo>
                    <a:pt x="1351562" y="2536736"/>
                  </a:lnTo>
                  <a:lnTo>
                    <a:pt x="1612568" y="1852280"/>
                  </a:lnTo>
                  <a:cubicBezTo>
                    <a:pt x="1637362" y="1787259"/>
                    <a:pt x="1710172" y="1754650"/>
                    <a:pt x="1775193" y="1779444"/>
                  </a:cubicBezTo>
                  <a:cubicBezTo>
                    <a:pt x="1840214" y="1804239"/>
                    <a:pt x="1872823" y="1877049"/>
                    <a:pt x="1848029" y="1942070"/>
                  </a:cubicBezTo>
                  <a:lnTo>
                    <a:pt x="1389635" y="3144149"/>
                  </a:lnTo>
                  <a:cubicBezTo>
                    <a:pt x="1348984" y="3225622"/>
                    <a:pt x="1356391" y="3202920"/>
                    <a:pt x="1228565" y="3214674"/>
                  </a:cubicBezTo>
                  <a:close/>
                  <a:moveTo>
                    <a:pt x="925623" y="3959924"/>
                  </a:moveTo>
                  <a:cubicBezTo>
                    <a:pt x="746683" y="3959924"/>
                    <a:pt x="601623" y="3814864"/>
                    <a:pt x="601623" y="3635924"/>
                  </a:cubicBezTo>
                  <a:cubicBezTo>
                    <a:pt x="601623" y="3456984"/>
                    <a:pt x="746683" y="3311924"/>
                    <a:pt x="925623" y="3311924"/>
                  </a:cubicBezTo>
                  <a:cubicBezTo>
                    <a:pt x="1104563" y="3311924"/>
                    <a:pt x="1249623" y="3456984"/>
                    <a:pt x="1249623" y="3635924"/>
                  </a:cubicBezTo>
                  <a:cubicBezTo>
                    <a:pt x="1249623" y="3814864"/>
                    <a:pt x="1104563" y="3959924"/>
                    <a:pt x="925623" y="395992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5DD148CC-5D04-4C98-950D-2D7F45EDC2FE}"/>
              </a:ext>
            </a:extLst>
          </p:cNvPr>
          <p:cNvGrpSpPr/>
          <p:nvPr/>
        </p:nvGrpSpPr>
        <p:grpSpPr>
          <a:xfrm>
            <a:off x="7266410" y="2073986"/>
            <a:ext cx="561202" cy="432048"/>
            <a:chOff x="4304176" y="4443958"/>
            <a:chExt cx="561202" cy="432048"/>
          </a:xfrm>
        </p:grpSpPr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F118E79E-FBDB-4B39-9EB2-8383D372AFF5}"/>
                </a:ext>
              </a:extLst>
            </p:cNvPr>
            <p:cNvSpPr/>
            <p:nvPr/>
          </p:nvSpPr>
          <p:spPr>
            <a:xfrm>
              <a:off x="4304176" y="4443958"/>
              <a:ext cx="324036" cy="432048"/>
            </a:xfrm>
            <a:prstGeom prst="triangle">
              <a:avLst/>
            </a:prstGeom>
            <a:solidFill>
              <a:srgbClr val="9AD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52" name="Isosceles Triangle 51">
              <a:extLst>
                <a:ext uri="{FF2B5EF4-FFF2-40B4-BE49-F238E27FC236}">
                  <a16:creationId xmlns:a16="http://schemas.microsoft.com/office/drawing/2014/main" id="{9CE0E42A-6B2C-4798-9136-CC36033A06A6}"/>
                </a:ext>
              </a:extLst>
            </p:cNvPr>
            <p:cNvSpPr/>
            <p:nvPr/>
          </p:nvSpPr>
          <p:spPr>
            <a:xfrm rot="10800000">
              <a:off x="4541342" y="4443958"/>
              <a:ext cx="324036" cy="432048"/>
            </a:xfrm>
            <a:prstGeom prst="triangle">
              <a:avLst/>
            </a:prstGeom>
            <a:solidFill>
              <a:srgbClr val="98DF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 dirty="0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E90A55BE-2B4F-4005-89FC-593C15BB3E4F}"/>
              </a:ext>
            </a:extLst>
          </p:cNvPr>
          <p:cNvGrpSpPr/>
          <p:nvPr/>
        </p:nvGrpSpPr>
        <p:grpSpPr>
          <a:xfrm>
            <a:off x="5236949" y="2009335"/>
            <a:ext cx="635244" cy="616078"/>
            <a:chOff x="2373927" y="439998"/>
            <a:chExt cx="4396146" cy="4263506"/>
          </a:xfrm>
        </p:grpSpPr>
        <p:sp>
          <p:nvSpPr>
            <p:cNvPr id="54" name="Up Arrow 3">
              <a:extLst>
                <a:ext uri="{FF2B5EF4-FFF2-40B4-BE49-F238E27FC236}">
                  <a16:creationId xmlns:a16="http://schemas.microsoft.com/office/drawing/2014/main" id="{B83DD170-3C58-49F0-8AE2-D9D5E736ED10}"/>
                </a:ext>
              </a:extLst>
            </p:cNvPr>
            <p:cNvSpPr/>
            <p:nvPr/>
          </p:nvSpPr>
          <p:spPr>
            <a:xfrm rot="10800000">
              <a:off x="4133056" y="3180214"/>
              <a:ext cx="851759" cy="1523290"/>
            </a:xfrm>
            <a:prstGeom prst="upArrow">
              <a:avLst/>
            </a:prstGeom>
            <a:solidFill>
              <a:schemeClr val="accent2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27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3C3FFC1A-4F32-413E-8E1F-73F34F4F7CE0}"/>
                </a:ext>
              </a:extLst>
            </p:cNvPr>
            <p:cNvGrpSpPr/>
            <p:nvPr/>
          </p:nvGrpSpPr>
          <p:grpSpPr>
            <a:xfrm>
              <a:off x="2373927" y="439998"/>
              <a:ext cx="4396146" cy="3463297"/>
              <a:chOff x="1806022" y="2656735"/>
              <a:chExt cx="3988343" cy="3142032"/>
            </a:xfrm>
          </p:grpSpPr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701BDE24-4041-4027-BA68-F4030666C3D6}"/>
                  </a:ext>
                </a:extLst>
              </p:cNvPr>
              <p:cNvSpPr/>
              <p:nvPr/>
            </p:nvSpPr>
            <p:spPr>
              <a:xfrm>
                <a:off x="1978223" y="2781114"/>
                <a:ext cx="3643942" cy="1270086"/>
              </a:xfrm>
              <a:prstGeom prst="ellipse">
                <a:avLst/>
              </a:prstGeom>
              <a:solidFill>
                <a:schemeClr val="bg1">
                  <a:lumMod val="65000"/>
                  <a:alpha val="40000"/>
                </a:schemeClr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D5750F8A-85CB-4A9A-BD41-B4B36438F0A9}"/>
                  </a:ext>
                </a:extLst>
              </p:cNvPr>
              <p:cNvSpPr/>
              <p:nvPr/>
            </p:nvSpPr>
            <p:spPr>
              <a:xfrm>
                <a:off x="1806022" y="2656735"/>
                <a:ext cx="3988343" cy="3142032"/>
              </a:xfrm>
              <a:custGeom>
                <a:avLst/>
                <a:gdLst>
                  <a:gd name="connsiteX0" fmla="*/ 2388104 w 4776206"/>
                  <a:gd name="connsiteY0" fmla="*/ 148949 h 3762713"/>
                  <a:gd name="connsiteX1" fmla="*/ 206218 w 4776206"/>
                  <a:gd name="connsiteY1" fmla="*/ 909440 h 3762713"/>
                  <a:gd name="connsiteX2" fmla="*/ 2388104 w 4776206"/>
                  <a:gd name="connsiteY2" fmla="*/ 1669931 h 3762713"/>
                  <a:gd name="connsiteX3" fmla="*/ 4569990 w 4776206"/>
                  <a:gd name="connsiteY3" fmla="*/ 909440 h 3762713"/>
                  <a:gd name="connsiteX4" fmla="*/ 2388104 w 4776206"/>
                  <a:gd name="connsiteY4" fmla="*/ 148949 h 3762713"/>
                  <a:gd name="connsiteX5" fmla="*/ 2388103 w 4776206"/>
                  <a:gd name="connsiteY5" fmla="*/ 0 h 3762713"/>
                  <a:gd name="connsiteX6" fmla="*/ 4776206 w 4776206"/>
                  <a:gd name="connsiteY6" fmla="*/ 918941 h 3762713"/>
                  <a:gd name="connsiteX7" fmla="*/ 4763876 w 4776206"/>
                  <a:gd name="connsiteY7" fmla="*/ 1012898 h 3762713"/>
                  <a:gd name="connsiteX8" fmla="*/ 4757696 w 4776206"/>
                  <a:gd name="connsiteY8" fmla="*/ 1028481 h 3762713"/>
                  <a:gd name="connsiteX9" fmla="*/ 4659107 w 4776206"/>
                  <a:gd name="connsiteY9" fmla="*/ 1202441 h 3762713"/>
                  <a:gd name="connsiteX10" fmla="*/ 3006423 w 4776206"/>
                  <a:gd name="connsiteY10" fmla="*/ 3657627 h 3762713"/>
                  <a:gd name="connsiteX11" fmla="*/ 3000542 w 4776206"/>
                  <a:gd name="connsiteY11" fmla="*/ 3657627 h 3762713"/>
                  <a:gd name="connsiteX12" fmla="*/ 2997113 w 4776206"/>
                  <a:gd name="connsiteY12" fmla="*/ 3664350 h 3762713"/>
                  <a:gd name="connsiteX13" fmla="*/ 2386594 w 4776206"/>
                  <a:gd name="connsiteY13" fmla="*/ 3762713 h 3762713"/>
                  <a:gd name="connsiteX14" fmla="*/ 1776075 w 4776206"/>
                  <a:gd name="connsiteY14" fmla="*/ 3664350 h 3762713"/>
                  <a:gd name="connsiteX15" fmla="*/ 1772646 w 4776206"/>
                  <a:gd name="connsiteY15" fmla="*/ 3657627 h 3762713"/>
                  <a:gd name="connsiteX16" fmla="*/ 1769783 w 4776206"/>
                  <a:gd name="connsiteY16" fmla="*/ 3657627 h 3762713"/>
                  <a:gd name="connsiteX17" fmla="*/ 117099 w 4776206"/>
                  <a:gd name="connsiteY17" fmla="*/ 1202441 h 3762713"/>
                  <a:gd name="connsiteX18" fmla="*/ 18511 w 4776206"/>
                  <a:gd name="connsiteY18" fmla="*/ 1028481 h 3762713"/>
                  <a:gd name="connsiteX19" fmla="*/ 12330 w 4776206"/>
                  <a:gd name="connsiteY19" fmla="*/ 1012898 h 3762713"/>
                  <a:gd name="connsiteX20" fmla="*/ 0 w 4776206"/>
                  <a:gd name="connsiteY20" fmla="*/ 918941 h 3762713"/>
                  <a:gd name="connsiteX21" fmla="*/ 2388103 w 4776206"/>
                  <a:gd name="connsiteY21" fmla="*/ 0 h 3762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776206" h="3762713">
                    <a:moveTo>
                      <a:pt x="2388104" y="148949"/>
                    </a:moveTo>
                    <a:cubicBezTo>
                      <a:pt x="1183082" y="148949"/>
                      <a:pt x="206218" y="489432"/>
                      <a:pt x="206218" y="909440"/>
                    </a:cubicBezTo>
                    <a:cubicBezTo>
                      <a:pt x="206218" y="1329448"/>
                      <a:pt x="1183082" y="1669931"/>
                      <a:pt x="2388104" y="1669931"/>
                    </a:cubicBezTo>
                    <a:cubicBezTo>
                      <a:pt x="3593126" y="1669931"/>
                      <a:pt x="4569990" y="1329448"/>
                      <a:pt x="4569990" y="909440"/>
                    </a:cubicBezTo>
                    <a:cubicBezTo>
                      <a:pt x="4569990" y="489432"/>
                      <a:pt x="3593126" y="148949"/>
                      <a:pt x="2388104" y="148949"/>
                    </a:cubicBezTo>
                    <a:close/>
                    <a:moveTo>
                      <a:pt x="2388103" y="0"/>
                    </a:moveTo>
                    <a:cubicBezTo>
                      <a:pt x="3707016" y="0"/>
                      <a:pt x="4776206" y="411424"/>
                      <a:pt x="4776206" y="918941"/>
                    </a:cubicBezTo>
                    <a:cubicBezTo>
                      <a:pt x="4776206" y="950661"/>
                      <a:pt x="4772029" y="982005"/>
                      <a:pt x="4763876" y="1012898"/>
                    </a:cubicBezTo>
                    <a:lnTo>
                      <a:pt x="4757696" y="1028481"/>
                    </a:lnTo>
                    <a:lnTo>
                      <a:pt x="4659107" y="1202441"/>
                    </a:lnTo>
                    <a:lnTo>
                      <a:pt x="3006423" y="3657627"/>
                    </a:lnTo>
                    <a:lnTo>
                      <a:pt x="3000542" y="3657627"/>
                    </a:lnTo>
                    <a:lnTo>
                      <a:pt x="2997113" y="3664350"/>
                    </a:lnTo>
                    <a:cubicBezTo>
                      <a:pt x="2939004" y="3720486"/>
                      <a:pt x="2687745" y="3762713"/>
                      <a:pt x="2386594" y="3762713"/>
                    </a:cubicBezTo>
                    <a:cubicBezTo>
                      <a:pt x="2085443" y="3762713"/>
                      <a:pt x="1834184" y="3720486"/>
                      <a:pt x="1776075" y="3664350"/>
                    </a:cubicBezTo>
                    <a:lnTo>
                      <a:pt x="1772646" y="3657627"/>
                    </a:lnTo>
                    <a:lnTo>
                      <a:pt x="1769783" y="3657627"/>
                    </a:lnTo>
                    <a:lnTo>
                      <a:pt x="117099" y="1202441"/>
                    </a:lnTo>
                    <a:lnTo>
                      <a:pt x="18511" y="1028481"/>
                    </a:lnTo>
                    <a:lnTo>
                      <a:pt x="12330" y="1012898"/>
                    </a:lnTo>
                    <a:cubicBezTo>
                      <a:pt x="4177" y="982005"/>
                      <a:pt x="0" y="950661"/>
                      <a:pt x="0" y="918941"/>
                    </a:cubicBezTo>
                    <a:cubicBezTo>
                      <a:pt x="0" y="411424"/>
                      <a:pt x="1069190" y="0"/>
                      <a:pt x="2388103" y="0"/>
                    </a:cubicBezTo>
                    <a:close/>
                  </a:path>
                </a:pathLst>
              </a:custGeom>
              <a:solidFill>
                <a:schemeClr val="bg1">
                  <a:alpha val="40000"/>
                </a:schemeClr>
              </a:solidFill>
              <a:ln w="952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</p:grp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C4873334-CE93-46A4-8192-68324AEBE84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20181" y="1035348"/>
              <a:ext cx="731520" cy="7315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5ABE73AE-8252-4EFF-AA6D-B8AB4CAE32D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57133" y="2011730"/>
              <a:ext cx="731520" cy="7315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D967E427-2B8F-4967-A4DB-7536F36C0E0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837064" y="2011730"/>
              <a:ext cx="731520" cy="73152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568642AB-D3DD-404E-BBB6-88D3B455CB5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80043" y="1047353"/>
              <a:ext cx="731520" cy="73152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0" name="Rounded Rectangle 5">
              <a:extLst>
                <a:ext uri="{FF2B5EF4-FFF2-40B4-BE49-F238E27FC236}">
                  <a16:creationId xmlns:a16="http://schemas.microsoft.com/office/drawing/2014/main" id="{314710CC-07A4-4FB4-8945-08E0C8212A97}"/>
                </a:ext>
              </a:extLst>
            </p:cNvPr>
            <p:cNvSpPr/>
            <p:nvPr/>
          </p:nvSpPr>
          <p:spPr>
            <a:xfrm flipH="1">
              <a:off x="5657823" y="1261666"/>
              <a:ext cx="375960" cy="310144"/>
            </a:xfrm>
            <a:custGeom>
              <a:avLst/>
              <a:gdLst>
                <a:gd name="connsiteX0" fmla="*/ 1384251 w 3217557"/>
                <a:gd name="connsiteY0" fmla="*/ 661544 h 2702049"/>
                <a:gd name="connsiteX1" fmla="*/ 1574067 w 3217557"/>
                <a:gd name="connsiteY1" fmla="*/ 851360 h 2702049"/>
                <a:gd name="connsiteX2" fmla="*/ 1384251 w 3217557"/>
                <a:gd name="connsiteY2" fmla="*/ 1041176 h 2702049"/>
                <a:gd name="connsiteX3" fmla="*/ 1194435 w 3217557"/>
                <a:gd name="connsiteY3" fmla="*/ 851360 h 2702049"/>
                <a:gd name="connsiteX4" fmla="*/ 1384251 w 3217557"/>
                <a:gd name="connsiteY4" fmla="*/ 661544 h 2702049"/>
                <a:gd name="connsiteX5" fmla="*/ 1993421 w 3217557"/>
                <a:gd name="connsiteY5" fmla="*/ 661544 h 2702049"/>
                <a:gd name="connsiteX6" fmla="*/ 2183237 w 3217557"/>
                <a:gd name="connsiteY6" fmla="*/ 851360 h 2702049"/>
                <a:gd name="connsiteX7" fmla="*/ 1993421 w 3217557"/>
                <a:gd name="connsiteY7" fmla="*/ 1041176 h 2702049"/>
                <a:gd name="connsiteX8" fmla="*/ 1803605 w 3217557"/>
                <a:gd name="connsiteY8" fmla="*/ 851360 h 2702049"/>
                <a:gd name="connsiteX9" fmla="*/ 1993421 w 3217557"/>
                <a:gd name="connsiteY9" fmla="*/ 661544 h 2702049"/>
                <a:gd name="connsiteX10" fmla="*/ 2602591 w 3217557"/>
                <a:gd name="connsiteY10" fmla="*/ 661544 h 2702049"/>
                <a:gd name="connsiteX11" fmla="*/ 2792407 w 3217557"/>
                <a:gd name="connsiteY11" fmla="*/ 851360 h 2702049"/>
                <a:gd name="connsiteX12" fmla="*/ 2602591 w 3217557"/>
                <a:gd name="connsiteY12" fmla="*/ 1041176 h 2702049"/>
                <a:gd name="connsiteX13" fmla="*/ 2412775 w 3217557"/>
                <a:gd name="connsiteY13" fmla="*/ 851360 h 2702049"/>
                <a:gd name="connsiteX14" fmla="*/ 2602591 w 3217557"/>
                <a:gd name="connsiteY14" fmla="*/ 661544 h 2702049"/>
                <a:gd name="connsiteX15" fmla="*/ 677114 w 3217557"/>
                <a:gd name="connsiteY15" fmla="*/ 569491 h 2702049"/>
                <a:gd name="connsiteX16" fmla="*/ 330916 w 3217557"/>
                <a:gd name="connsiteY16" fmla="*/ 569491 h 2702049"/>
                <a:gd name="connsiteX17" fmla="*/ 0 w 3217557"/>
                <a:gd name="connsiteY17" fmla="*/ 900407 h 2702049"/>
                <a:gd name="connsiteX18" fmla="*/ 0 w 3217557"/>
                <a:gd name="connsiteY18" fmla="*/ 1952009 h 2702049"/>
                <a:gd name="connsiteX19" fmla="*/ 330916 w 3217557"/>
                <a:gd name="connsiteY19" fmla="*/ 2282925 h 2702049"/>
                <a:gd name="connsiteX20" fmla="*/ 711670 w 3217557"/>
                <a:gd name="connsiteY20" fmla="*/ 2282925 h 2702049"/>
                <a:gd name="connsiteX21" fmla="*/ 15770 w 3217557"/>
                <a:gd name="connsiteY21" fmla="*/ 2702049 h 2702049"/>
                <a:gd name="connsiteX22" fmla="*/ 1294529 w 3217557"/>
                <a:gd name="connsiteY22" fmla="*/ 2282925 h 2702049"/>
                <a:gd name="connsiteX23" fmla="*/ 2117356 w 3217557"/>
                <a:gd name="connsiteY23" fmla="*/ 2282925 h 2702049"/>
                <a:gd name="connsiteX24" fmla="*/ 2418395 w 3217557"/>
                <a:gd name="connsiteY24" fmla="*/ 2087951 h 2702049"/>
                <a:gd name="connsiteX25" fmla="*/ 1830857 w 3217557"/>
                <a:gd name="connsiteY25" fmla="*/ 1799347 h 2702049"/>
                <a:gd name="connsiteX26" fmla="*/ 1008030 w 3217557"/>
                <a:gd name="connsiteY26" fmla="*/ 1799347 h 2702049"/>
                <a:gd name="connsiteX27" fmla="*/ 677114 w 3217557"/>
                <a:gd name="connsiteY27" fmla="*/ 1468431 h 2702049"/>
                <a:gd name="connsiteX28" fmla="*/ 677114 w 3217557"/>
                <a:gd name="connsiteY28" fmla="*/ 569491 h 2702049"/>
                <a:gd name="connsiteX29" fmla="*/ 2886641 w 3217557"/>
                <a:gd name="connsiteY29" fmla="*/ 0 h 2702049"/>
                <a:gd name="connsiteX30" fmla="*/ 1100201 w 3217557"/>
                <a:gd name="connsiteY30" fmla="*/ 0 h 2702049"/>
                <a:gd name="connsiteX31" fmla="*/ 769285 w 3217557"/>
                <a:gd name="connsiteY31" fmla="*/ 330916 h 2702049"/>
                <a:gd name="connsiteX32" fmla="*/ 769285 w 3217557"/>
                <a:gd name="connsiteY32" fmla="*/ 1382518 h 2702049"/>
                <a:gd name="connsiteX33" fmla="*/ 1100201 w 3217557"/>
                <a:gd name="connsiteY33" fmla="*/ 1713434 h 2702049"/>
                <a:gd name="connsiteX34" fmla="*/ 1923028 w 3217557"/>
                <a:gd name="connsiteY34" fmla="*/ 1713434 h 2702049"/>
                <a:gd name="connsiteX35" fmla="*/ 3078958 w 3217557"/>
                <a:gd name="connsiteY35" fmla="*/ 2077967 h 2702049"/>
                <a:gd name="connsiteX36" fmla="*/ 2505887 w 3217557"/>
                <a:gd name="connsiteY36" fmla="*/ 1713434 h 2702049"/>
                <a:gd name="connsiteX37" fmla="*/ 2886641 w 3217557"/>
                <a:gd name="connsiteY37" fmla="*/ 1713434 h 2702049"/>
                <a:gd name="connsiteX38" fmla="*/ 3217557 w 3217557"/>
                <a:gd name="connsiteY38" fmla="*/ 1382518 h 2702049"/>
                <a:gd name="connsiteX39" fmla="*/ 3217557 w 3217557"/>
                <a:gd name="connsiteY39" fmla="*/ 330916 h 2702049"/>
                <a:gd name="connsiteX40" fmla="*/ 2886641 w 3217557"/>
                <a:gd name="connsiteY40" fmla="*/ 0 h 2702049"/>
                <a:gd name="connsiteX0" fmla="*/ 1384251 w 3217557"/>
                <a:gd name="connsiteY0" fmla="*/ 661544 h 2702049"/>
                <a:gd name="connsiteX1" fmla="*/ 1574067 w 3217557"/>
                <a:gd name="connsiteY1" fmla="*/ 851360 h 2702049"/>
                <a:gd name="connsiteX2" fmla="*/ 1384251 w 3217557"/>
                <a:gd name="connsiteY2" fmla="*/ 1041176 h 2702049"/>
                <a:gd name="connsiteX3" fmla="*/ 1194435 w 3217557"/>
                <a:gd name="connsiteY3" fmla="*/ 851360 h 2702049"/>
                <a:gd name="connsiteX4" fmla="*/ 1384251 w 3217557"/>
                <a:gd name="connsiteY4" fmla="*/ 661544 h 2702049"/>
                <a:gd name="connsiteX5" fmla="*/ 1993421 w 3217557"/>
                <a:gd name="connsiteY5" fmla="*/ 661544 h 2702049"/>
                <a:gd name="connsiteX6" fmla="*/ 2183237 w 3217557"/>
                <a:gd name="connsiteY6" fmla="*/ 851360 h 2702049"/>
                <a:gd name="connsiteX7" fmla="*/ 1993421 w 3217557"/>
                <a:gd name="connsiteY7" fmla="*/ 1041176 h 2702049"/>
                <a:gd name="connsiteX8" fmla="*/ 1803605 w 3217557"/>
                <a:gd name="connsiteY8" fmla="*/ 851360 h 2702049"/>
                <a:gd name="connsiteX9" fmla="*/ 1993421 w 3217557"/>
                <a:gd name="connsiteY9" fmla="*/ 661544 h 2702049"/>
                <a:gd name="connsiteX10" fmla="*/ 2602591 w 3217557"/>
                <a:gd name="connsiteY10" fmla="*/ 661544 h 2702049"/>
                <a:gd name="connsiteX11" fmla="*/ 2792407 w 3217557"/>
                <a:gd name="connsiteY11" fmla="*/ 851360 h 2702049"/>
                <a:gd name="connsiteX12" fmla="*/ 2602591 w 3217557"/>
                <a:gd name="connsiteY12" fmla="*/ 1041176 h 2702049"/>
                <a:gd name="connsiteX13" fmla="*/ 2412775 w 3217557"/>
                <a:gd name="connsiteY13" fmla="*/ 851360 h 2702049"/>
                <a:gd name="connsiteX14" fmla="*/ 2602591 w 3217557"/>
                <a:gd name="connsiteY14" fmla="*/ 661544 h 2702049"/>
                <a:gd name="connsiteX15" fmla="*/ 677114 w 3217557"/>
                <a:gd name="connsiteY15" fmla="*/ 569491 h 2702049"/>
                <a:gd name="connsiteX16" fmla="*/ 330916 w 3217557"/>
                <a:gd name="connsiteY16" fmla="*/ 569491 h 2702049"/>
                <a:gd name="connsiteX17" fmla="*/ 0 w 3217557"/>
                <a:gd name="connsiteY17" fmla="*/ 900407 h 2702049"/>
                <a:gd name="connsiteX18" fmla="*/ 0 w 3217557"/>
                <a:gd name="connsiteY18" fmla="*/ 1952009 h 2702049"/>
                <a:gd name="connsiteX19" fmla="*/ 330916 w 3217557"/>
                <a:gd name="connsiteY19" fmla="*/ 2282925 h 2702049"/>
                <a:gd name="connsiteX20" fmla="*/ 711670 w 3217557"/>
                <a:gd name="connsiteY20" fmla="*/ 2282925 h 2702049"/>
                <a:gd name="connsiteX21" fmla="*/ 15770 w 3217557"/>
                <a:gd name="connsiteY21" fmla="*/ 2702049 h 2702049"/>
                <a:gd name="connsiteX22" fmla="*/ 1294529 w 3217557"/>
                <a:gd name="connsiteY22" fmla="*/ 2282925 h 2702049"/>
                <a:gd name="connsiteX23" fmla="*/ 2117356 w 3217557"/>
                <a:gd name="connsiteY23" fmla="*/ 2282925 h 2702049"/>
                <a:gd name="connsiteX24" fmla="*/ 2418395 w 3217557"/>
                <a:gd name="connsiteY24" fmla="*/ 2087951 h 2702049"/>
                <a:gd name="connsiteX25" fmla="*/ 1830857 w 3217557"/>
                <a:gd name="connsiteY25" fmla="*/ 1799347 h 2702049"/>
                <a:gd name="connsiteX26" fmla="*/ 1008030 w 3217557"/>
                <a:gd name="connsiteY26" fmla="*/ 1799347 h 2702049"/>
                <a:gd name="connsiteX27" fmla="*/ 677114 w 3217557"/>
                <a:gd name="connsiteY27" fmla="*/ 1468431 h 2702049"/>
                <a:gd name="connsiteX28" fmla="*/ 677114 w 3217557"/>
                <a:gd name="connsiteY28" fmla="*/ 569491 h 2702049"/>
                <a:gd name="connsiteX29" fmla="*/ 2886641 w 3217557"/>
                <a:gd name="connsiteY29" fmla="*/ 0 h 2702049"/>
                <a:gd name="connsiteX30" fmla="*/ 1100201 w 3217557"/>
                <a:gd name="connsiteY30" fmla="*/ 0 h 2702049"/>
                <a:gd name="connsiteX31" fmla="*/ 769285 w 3217557"/>
                <a:gd name="connsiteY31" fmla="*/ 330916 h 2702049"/>
                <a:gd name="connsiteX32" fmla="*/ 769285 w 3217557"/>
                <a:gd name="connsiteY32" fmla="*/ 1382518 h 2702049"/>
                <a:gd name="connsiteX33" fmla="*/ 1100201 w 3217557"/>
                <a:gd name="connsiteY33" fmla="*/ 1713434 h 2702049"/>
                <a:gd name="connsiteX34" fmla="*/ 1923028 w 3217557"/>
                <a:gd name="connsiteY34" fmla="*/ 1713434 h 2702049"/>
                <a:gd name="connsiteX35" fmla="*/ 3078958 w 3217557"/>
                <a:gd name="connsiteY35" fmla="*/ 2077967 h 2702049"/>
                <a:gd name="connsiteX36" fmla="*/ 2505887 w 3217557"/>
                <a:gd name="connsiteY36" fmla="*/ 1713434 h 2702049"/>
                <a:gd name="connsiteX37" fmla="*/ 2886641 w 3217557"/>
                <a:gd name="connsiteY37" fmla="*/ 1713434 h 2702049"/>
                <a:gd name="connsiteX38" fmla="*/ 3217557 w 3217557"/>
                <a:gd name="connsiteY38" fmla="*/ 1382518 h 2702049"/>
                <a:gd name="connsiteX39" fmla="*/ 3217557 w 3217557"/>
                <a:gd name="connsiteY39" fmla="*/ 330916 h 2702049"/>
                <a:gd name="connsiteX40" fmla="*/ 2886641 w 3217557"/>
                <a:gd name="connsiteY40" fmla="*/ 0 h 2702049"/>
                <a:gd name="connsiteX0" fmla="*/ 1384251 w 3217557"/>
                <a:gd name="connsiteY0" fmla="*/ 661544 h 2633810"/>
                <a:gd name="connsiteX1" fmla="*/ 1574067 w 3217557"/>
                <a:gd name="connsiteY1" fmla="*/ 851360 h 2633810"/>
                <a:gd name="connsiteX2" fmla="*/ 1384251 w 3217557"/>
                <a:gd name="connsiteY2" fmla="*/ 1041176 h 2633810"/>
                <a:gd name="connsiteX3" fmla="*/ 1194435 w 3217557"/>
                <a:gd name="connsiteY3" fmla="*/ 851360 h 2633810"/>
                <a:gd name="connsiteX4" fmla="*/ 1384251 w 3217557"/>
                <a:gd name="connsiteY4" fmla="*/ 661544 h 2633810"/>
                <a:gd name="connsiteX5" fmla="*/ 1993421 w 3217557"/>
                <a:gd name="connsiteY5" fmla="*/ 661544 h 2633810"/>
                <a:gd name="connsiteX6" fmla="*/ 2183237 w 3217557"/>
                <a:gd name="connsiteY6" fmla="*/ 851360 h 2633810"/>
                <a:gd name="connsiteX7" fmla="*/ 1993421 w 3217557"/>
                <a:gd name="connsiteY7" fmla="*/ 1041176 h 2633810"/>
                <a:gd name="connsiteX8" fmla="*/ 1803605 w 3217557"/>
                <a:gd name="connsiteY8" fmla="*/ 851360 h 2633810"/>
                <a:gd name="connsiteX9" fmla="*/ 1993421 w 3217557"/>
                <a:gd name="connsiteY9" fmla="*/ 661544 h 2633810"/>
                <a:gd name="connsiteX10" fmla="*/ 2602591 w 3217557"/>
                <a:gd name="connsiteY10" fmla="*/ 661544 h 2633810"/>
                <a:gd name="connsiteX11" fmla="*/ 2792407 w 3217557"/>
                <a:gd name="connsiteY11" fmla="*/ 851360 h 2633810"/>
                <a:gd name="connsiteX12" fmla="*/ 2602591 w 3217557"/>
                <a:gd name="connsiteY12" fmla="*/ 1041176 h 2633810"/>
                <a:gd name="connsiteX13" fmla="*/ 2412775 w 3217557"/>
                <a:gd name="connsiteY13" fmla="*/ 851360 h 2633810"/>
                <a:gd name="connsiteX14" fmla="*/ 2602591 w 3217557"/>
                <a:gd name="connsiteY14" fmla="*/ 661544 h 2633810"/>
                <a:gd name="connsiteX15" fmla="*/ 677114 w 3217557"/>
                <a:gd name="connsiteY15" fmla="*/ 569491 h 2633810"/>
                <a:gd name="connsiteX16" fmla="*/ 330916 w 3217557"/>
                <a:gd name="connsiteY16" fmla="*/ 569491 h 2633810"/>
                <a:gd name="connsiteX17" fmla="*/ 0 w 3217557"/>
                <a:gd name="connsiteY17" fmla="*/ 900407 h 2633810"/>
                <a:gd name="connsiteX18" fmla="*/ 0 w 3217557"/>
                <a:gd name="connsiteY18" fmla="*/ 1952009 h 2633810"/>
                <a:gd name="connsiteX19" fmla="*/ 330916 w 3217557"/>
                <a:gd name="connsiteY19" fmla="*/ 2282925 h 2633810"/>
                <a:gd name="connsiteX20" fmla="*/ 711670 w 3217557"/>
                <a:gd name="connsiteY20" fmla="*/ 2282925 h 2633810"/>
                <a:gd name="connsiteX21" fmla="*/ 165895 w 3217557"/>
                <a:gd name="connsiteY21" fmla="*/ 2633810 h 2633810"/>
                <a:gd name="connsiteX22" fmla="*/ 1294529 w 3217557"/>
                <a:gd name="connsiteY22" fmla="*/ 2282925 h 2633810"/>
                <a:gd name="connsiteX23" fmla="*/ 2117356 w 3217557"/>
                <a:gd name="connsiteY23" fmla="*/ 2282925 h 2633810"/>
                <a:gd name="connsiteX24" fmla="*/ 2418395 w 3217557"/>
                <a:gd name="connsiteY24" fmla="*/ 2087951 h 2633810"/>
                <a:gd name="connsiteX25" fmla="*/ 1830857 w 3217557"/>
                <a:gd name="connsiteY25" fmla="*/ 1799347 h 2633810"/>
                <a:gd name="connsiteX26" fmla="*/ 1008030 w 3217557"/>
                <a:gd name="connsiteY26" fmla="*/ 1799347 h 2633810"/>
                <a:gd name="connsiteX27" fmla="*/ 677114 w 3217557"/>
                <a:gd name="connsiteY27" fmla="*/ 1468431 h 2633810"/>
                <a:gd name="connsiteX28" fmla="*/ 677114 w 3217557"/>
                <a:gd name="connsiteY28" fmla="*/ 569491 h 2633810"/>
                <a:gd name="connsiteX29" fmla="*/ 2886641 w 3217557"/>
                <a:gd name="connsiteY29" fmla="*/ 0 h 2633810"/>
                <a:gd name="connsiteX30" fmla="*/ 1100201 w 3217557"/>
                <a:gd name="connsiteY30" fmla="*/ 0 h 2633810"/>
                <a:gd name="connsiteX31" fmla="*/ 769285 w 3217557"/>
                <a:gd name="connsiteY31" fmla="*/ 330916 h 2633810"/>
                <a:gd name="connsiteX32" fmla="*/ 769285 w 3217557"/>
                <a:gd name="connsiteY32" fmla="*/ 1382518 h 2633810"/>
                <a:gd name="connsiteX33" fmla="*/ 1100201 w 3217557"/>
                <a:gd name="connsiteY33" fmla="*/ 1713434 h 2633810"/>
                <a:gd name="connsiteX34" fmla="*/ 1923028 w 3217557"/>
                <a:gd name="connsiteY34" fmla="*/ 1713434 h 2633810"/>
                <a:gd name="connsiteX35" fmla="*/ 3078958 w 3217557"/>
                <a:gd name="connsiteY35" fmla="*/ 2077967 h 2633810"/>
                <a:gd name="connsiteX36" fmla="*/ 2505887 w 3217557"/>
                <a:gd name="connsiteY36" fmla="*/ 1713434 h 2633810"/>
                <a:gd name="connsiteX37" fmla="*/ 2886641 w 3217557"/>
                <a:gd name="connsiteY37" fmla="*/ 1713434 h 2633810"/>
                <a:gd name="connsiteX38" fmla="*/ 3217557 w 3217557"/>
                <a:gd name="connsiteY38" fmla="*/ 1382518 h 2633810"/>
                <a:gd name="connsiteX39" fmla="*/ 3217557 w 3217557"/>
                <a:gd name="connsiteY39" fmla="*/ 330916 h 2633810"/>
                <a:gd name="connsiteX40" fmla="*/ 2886641 w 3217557"/>
                <a:gd name="connsiteY40" fmla="*/ 0 h 2633810"/>
                <a:gd name="connsiteX0" fmla="*/ 1384251 w 3217557"/>
                <a:gd name="connsiteY0" fmla="*/ 661544 h 2633810"/>
                <a:gd name="connsiteX1" fmla="*/ 1574067 w 3217557"/>
                <a:gd name="connsiteY1" fmla="*/ 851360 h 2633810"/>
                <a:gd name="connsiteX2" fmla="*/ 1384251 w 3217557"/>
                <a:gd name="connsiteY2" fmla="*/ 1041176 h 2633810"/>
                <a:gd name="connsiteX3" fmla="*/ 1194435 w 3217557"/>
                <a:gd name="connsiteY3" fmla="*/ 851360 h 2633810"/>
                <a:gd name="connsiteX4" fmla="*/ 1384251 w 3217557"/>
                <a:gd name="connsiteY4" fmla="*/ 661544 h 2633810"/>
                <a:gd name="connsiteX5" fmla="*/ 1993421 w 3217557"/>
                <a:gd name="connsiteY5" fmla="*/ 661544 h 2633810"/>
                <a:gd name="connsiteX6" fmla="*/ 2183237 w 3217557"/>
                <a:gd name="connsiteY6" fmla="*/ 851360 h 2633810"/>
                <a:gd name="connsiteX7" fmla="*/ 1993421 w 3217557"/>
                <a:gd name="connsiteY7" fmla="*/ 1041176 h 2633810"/>
                <a:gd name="connsiteX8" fmla="*/ 1803605 w 3217557"/>
                <a:gd name="connsiteY8" fmla="*/ 851360 h 2633810"/>
                <a:gd name="connsiteX9" fmla="*/ 1993421 w 3217557"/>
                <a:gd name="connsiteY9" fmla="*/ 661544 h 2633810"/>
                <a:gd name="connsiteX10" fmla="*/ 2602591 w 3217557"/>
                <a:gd name="connsiteY10" fmla="*/ 661544 h 2633810"/>
                <a:gd name="connsiteX11" fmla="*/ 2792407 w 3217557"/>
                <a:gd name="connsiteY11" fmla="*/ 851360 h 2633810"/>
                <a:gd name="connsiteX12" fmla="*/ 2602591 w 3217557"/>
                <a:gd name="connsiteY12" fmla="*/ 1041176 h 2633810"/>
                <a:gd name="connsiteX13" fmla="*/ 2412775 w 3217557"/>
                <a:gd name="connsiteY13" fmla="*/ 851360 h 2633810"/>
                <a:gd name="connsiteX14" fmla="*/ 2602591 w 3217557"/>
                <a:gd name="connsiteY14" fmla="*/ 661544 h 2633810"/>
                <a:gd name="connsiteX15" fmla="*/ 677114 w 3217557"/>
                <a:gd name="connsiteY15" fmla="*/ 569491 h 2633810"/>
                <a:gd name="connsiteX16" fmla="*/ 330916 w 3217557"/>
                <a:gd name="connsiteY16" fmla="*/ 569491 h 2633810"/>
                <a:gd name="connsiteX17" fmla="*/ 0 w 3217557"/>
                <a:gd name="connsiteY17" fmla="*/ 900407 h 2633810"/>
                <a:gd name="connsiteX18" fmla="*/ 0 w 3217557"/>
                <a:gd name="connsiteY18" fmla="*/ 1952009 h 2633810"/>
                <a:gd name="connsiteX19" fmla="*/ 330916 w 3217557"/>
                <a:gd name="connsiteY19" fmla="*/ 2282925 h 2633810"/>
                <a:gd name="connsiteX20" fmla="*/ 711670 w 3217557"/>
                <a:gd name="connsiteY20" fmla="*/ 2282925 h 2633810"/>
                <a:gd name="connsiteX21" fmla="*/ 165895 w 3217557"/>
                <a:gd name="connsiteY21" fmla="*/ 2633810 h 2633810"/>
                <a:gd name="connsiteX22" fmla="*/ 1294529 w 3217557"/>
                <a:gd name="connsiteY22" fmla="*/ 2282925 h 2633810"/>
                <a:gd name="connsiteX23" fmla="*/ 2117356 w 3217557"/>
                <a:gd name="connsiteY23" fmla="*/ 2282925 h 2633810"/>
                <a:gd name="connsiteX24" fmla="*/ 2418395 w 3217557"/>
                <a:gd name="connsiteY24" fmla="*/ 2087951 h 2633810"/>
                <a:gd name="connsiteX25" fmla="*/ 1830857 w 3217557"/>
                <a:gd name="connsiteY25" fmla="*/ 1799347 h 2633810"/>
                <a:gd name="connsiteX26" fmla="*/ 1008030 w 3217557"/>
                <a:gd name="connsiteY26" fmla="*/ 1799347 h 2633810"/>
                <a:gd name="connsiteX27" fmla="*/ 677114 w 3217557"/>
                <a:gd name="connsiteY27" fmla="*/ 1468431 h 2633810"/>
                <a:gd name="connsiteX28" fmla="*/ 677114 w 3217557"/>
                <a:gd name="connsiteY28" fmla="*/ 569491 h 2633810"/>
                <a:gd name="connsiteX29" fmla="*/ 2886641 w 3217557"/>
                <a:gd name="connsiteY29" fmla="*/ 0 h 2633810"/>
                <a:gd name="connsiteX30" fmla="*/ 1100201 w 3217557"/>
                <a:gd name="connsiteY30" fmla="*/ 0 h 2633810"/>
                <a:gd name="connsiteX31" fmla="*/ 769285 w 3217557"/>
                <a:gd name="connsiteY31" fmla="*/ 330916 h 2633810"/>
                <a:gd name="connsiteX32" fmla="*/ 769285 w 3217557"/>
                <a:gd name="connsiteY32" fmla="*/ 1382518 h 2633810"/>
                <a:gd name="connsiteX33" fmla="*/ 1100201 w 3217557"/>
                <a:gd name="connsiteY33" fmla="*/ 1713434 h 2633810"/>
                <a:gd name="connsiteX34" fmla="*/ 1923028 w 3217557"/>
                <a:gd name="connsiteY34" fmla="*/ 1713434 h 2633810"/>
                <a:gd name="connsiteX35" fmla="*/ 3078958 w 3217557"/>
                <a:gd name="connsiteY35" fmla="*/ 2077967 h 2633810"/>
                <a:gd name="connsiteX36" fmla="*/ 2505887 w 3217557"/>
                <a:gd name="connsiteY36" fmla="*/ 1713434 h 2633810"/>
                <a:gd name="connsiteX37" fmla="*/ 2886641 w 3217557"/>
                <a:gd name="connsiteY37" fmla="*/ 1713434 h 2633810"/>
                <a:gd name="connsiteX38" fmla="*/ 3217557 w 3217557"/>
                <a:gd name="connsiteY38" fmla="*/ 1382518 h 2633810"/>
                <a:gd name="connsiteX39" fmla="*/ 3217557 w 3217557"/>
                <a:gd name="connsiteY39" fmla="*/ 330916 h 2633810"/>
                <a:gd name="connsiteX40" fmla="*/ 2886641 w 3217557"/>
                <a:gd name="connsiteY40" fmla="*/ 0 h 2633810"/>
                <a:gd name="connsiteX0" fmla="*/ 1384251 w 3217557"/>
                <a:gd name="connsiteY0" fmla="*/ 661544 h 2633810"/>
                <a:gd name="connsiteX1" fmla="*/ 1574067 w 3217557"/>
                <a:gd name="connsiteY1" fmla="*/ 851360 h 2633810"/>
                <a:gd name="connsiteX2" fmla="*/ 1384251 w 3217557"/>
                <a:gd name="connsiteY2" fmla="*/ 1041176 h 2633810"/>
                <a:gd name="connsiteX3" fmla="*/ 1194435 w 3217557"/>
                <a:gd name="connsiteY3" fmla="*/ 851360 h 2633810"/>
                <a:gd name="connsiteX4" fmla="*/ 1384251 w 3217557"/>
                <a:gd name="connsiteY4" fmla="*/ 661544 h 2633810"/>
                <a:gd name="connsiteX5" fmla="*/ 1993421 w 3217557"/>
                <a:gd name="connsiteY5" fmla="*/ 661544 h 2633810"/>
                <a:gd name="connsiteX6" fmla="*/ 2183237 w 3217557"/>
                <a:gd name="connsiteY6" fmla="*/ 851360 h 2633810"/>
                <a:gd name="connsiteX7" fmla="*/ 1993421 w 3217557"/>
                <a:gd name="connsiteY7" fmla="*/ 1041176 h 2633810"/>
                <a:gd name="connsiteX8" fmla="*/ 1803605 w 3217557"/>
                <a:gd name="connsiteY8" fmla="*/ 851360 h 2633810"/>
                <a:gd name="connsiteX9" fmla="*/ 1993421 w 3217557"/>
                <a:gd name="connsiteY9" fmla="*/ 661544 h 2633810"/>
                <a:gd name="connsiteX10" fmla="*/ 2602591 w 3217557"/>
                <a:gd name="connsiteY10" fmla="*/ 661544 h 2633810"/>
                <a:gd name="connsiteX11" fmla="*/ 2792407 w 3217557"/>
                <a:gd name="connsiteY11" fmla="*/ 851360 h 2633810"/>
                <a:gd name="connsiteX12" fmla="*/ 2602591 w 3217557"/>
                <a:gd name="connsiteY12" fmla="*/ 1041176 h 2633810"/>
                <a:gd name="connsiteX13" fmla="*/ 2412775 w 3217557"/>
                <a:gd name="connsiteY13" fmla="*/ 851360 h 2633810"/>
                <a:gd name="connsiteX14" fmla="*/ 2602591 w 3217557"/>
                <a:gd name="connsiteY14" fmla="*/ 661544 h 2633810"/>
                <a:gd name="connsiteX15" fmla="*/ 677114 w 3217557"/>
                <a:gd name="connsiteY15" fmla="*/ 569491 h 2633810"/>
                <a:gd name="connsiteX16" fmla="*/ 330916 w 3217557"/>
                <a:gd name="connsiteY16" fmla="*/ 569491 h 2633810"/>
                <a:gd name="connsiteX17" fmla="*/ 0 w 3217557"/>
                <a:gd name="connsiteY17" fmla="*/ 900407 h 2633810"/>
                <a:gd name="connsiteX18" fmla="*/ 0 w 3217557"/>
                <a:gd name="connsiteY18" fmla="*/ 1952009 h 2633810"/>
                <a:gd name="connsiteX19" fmla="*/ 330916 w 3217557"/>
                <a:gd name="connsiteY19" fmla="*/ 2282925 h 2633810"/>
                <a:gd name="connsiteX20" fmla="*/ 711670 w 3217557"/>
                <a:gd name="connsiteY20" fmla="*/ 2282925 h 2633810"/>
                <a:gd name="connsiteX21" fmla="*/ 165895 w 3217557"/>
                <a:gd name="connsiteY21" fmla="*/ 2633810 h 2633810"/>
                <a:gd name="connsiteX22" fmla="*/ 1294529 w 3217557"/>
                <a:gd name="connsiteY22" fmla="*/ 2282925 h 2633810"/>
                <a:gd name="connsiteX23" fmla="*/ 2117356 w 3217557"/>
                <a:gd name="connsiteY23" fmla="*/ 2282925 h 2633810"/>
                <a:gd name="connsiteX24" fmla="*/ 2418395 w 3217557"/>
                <a:gd name="connsiteY24" fmla="*/ 2087951 h 2633810"/>
                <a:gd name="connsiteX25" fmla="*/ 1830857 w 3217557"/>
                <a:gd name="connsiteY25" fmla="*/ 1799347 h 2633810"/>
                <a:gd name="connsiteX26" fmla="*/ 1008030 w 3217557"/>
                <a:gd name="connsiteY26" fmla="*/ 1799347 h 2633810"/>
                <a:gd name="connsiteX27" fmla="*/ 677114 w 3217557"/>
                <a:gd name="connsiteY27" fmla="*/ 1468431 h 2633810"/>
                <a:gd name="connsiteX28" fmla="*/ 677114 w 3217557"/>
                <a:gd name="connsiteY28" fmla="*/ 569491 h 2633810"/>
                <a:gd name="connsiteX29" fmla="*/ 2886641 w 3217557"/>
                <a:gd name="connsiteY29" fmla="*/ 0 h 2633810"/>
                <a:gd name="connsiteX30" fmla="*/ 1100201 w 3217557"/>
                <a:gd name="connsiteY30" fmla="*/ 0 h 2633810"/>
                <a:gd name="connsiteX31" fmla="*/ 769285 w 3217557"/>
                <a:gd name="connsiteY31" fmla="*/ 330916 h 2633810"/>
                <a:gd name="connsiteX32" fmla="*/ 769285 w 3217557"/>
                <a:gd name="connsiteY32" fmla="*/ 1382518 h 2633810"/>
                <a:gd name="connsiteX33" fmla="*/ 1100201 w 3217557"/>
                <a:gd name="connsiteY33" fmla="*/ 1713434 h 2633810"/>
                <a:gd name="connsiteX34" fmla="*/ 1923028 w 3217557"/>
                <a:gd name="connsiteY34" fmla="*/ 1713434 h 2633810"/>
                <a:gd name="connsiteX35" fmla="*/ 3078958 w 3217557"/>
                <a:gd name="connsiteY35" fmla="*/ 2077967 h 2633810"/>
                <a:gd name="connsiteX36" fmla="*/ 2505887 w 3217557"/>
                <a:gd name="connsiteY36" fmla="*/ 1713434 h 2633810"/>
                <a:gd name="connsiteX37" fmla="*/ 2886641 w 3217557"/>
                <a:gd name="connsiteY37" fmla="*/ 1713434 h 2633810"/>
                <a:gd name="connsiteX38" fmla="*/ 3217557 w 3217557"/>
                <a:gd name="connsiteY38" fmla="*/ 1382518 h 2633810"/>
                <a:gd name="connsiteX39" fmla="*/ 3217557 w 3217557"/>
                <a:gd name="connsiteY39" fmla="*/ 330916 h 2633810"/>
                <a:gd name="connsiteX40" fmla="*/ 2886641 w 3217557"/>
                <a:gd name="connsiteY40" fmla="*/ 0 h 2633810"/>
                <a:gd name="connsiteX0" fmla="*/ 1384251 w 3217557"/>
                <a:gd name="connsiteY0" fmla="*/ 661544 h 2654282"/>
                <a:gd name="connsiteX1" fmla="*/ 1574067 w 3217557"/>
                <a:gd name="connsiteY1" fmla="*/ 851360 h 2654282"/>
                <a:gd name="connsiteX2" fmla="*/ 1384251 w 3217557"/>
                <a:gd name="connsiteY2" fmla="*/ 1041176 h 2654282"/>
                <a:gd name="connsiteX3" fmla="*/ 1194435 w 3217557"/>
                <a:gd name="connsiteY3" fmla="*/ 851360 h 2654282"/>
                <a:gd name="connsiteX4" fmla="*/ 1384251 w 3217557"/>
                <a:gd name="connsiteY4" fmla="*/ 661544 h 2654282"/>
                <a:gd name="connsiteX5" fmla="*/ 1993421 w 3217557"/>
                <a:gd name="connsiteY5" fmla="*/ 661544 h 2654282"/>
                <a:gd name="connsiteX6" fmla="*/ 2183237 w 3217557"/>
                <a:gd name="connsiteY6" fmla="*/ 851360 h 2654282"/>
                <a:gd name="connsiteX7" fmla="*/ 1993421 w 3217557"/>
                <a:gd name="connsiteY7" fmla="*/ 1041176 h 2654282"/>
                <a:gd name="connsiteX8" fmla="*/ 1803605 w 3217557"/>
                <a:gd name="connsiteY8" fmla="*/ 851360 h 2654282"/>
                <a:gd name="connsiteX9" fmla="*/ 1993421 w 3217557"/>
                <a:gd name="connsiteY9" fmla="*/ 661544 h 2654282"/>
                <a:gd name="connsiteX10" fmla="*/ 2602591 w 3217557"/>
                <a:gd name="connsiteY10" fmla="*/ 661544 h 2654282"/>
                <a:gd name="connsiteX11" fmla="*/ 2792407 w 3217557"/>
                <a:gd name="connsiteY11" fmla="*/ 851360 h 2654282"/>
                <a:gd name="connsiteX12" fmla="*/ 2602591 w 3217557"/>
                <a:gd name="connsiteY12" fmla="*/ 1041176 h 2654282"/>
                <a:gd name="connsiteX13" fmla="*/ 2412775 w 3217557"/>
                <a:gd name="connsiteY13" fmla="*/ 851360 h 2654282"/>
                <a:gd name="connsiteX14" fmla="*/ 2602591 w 3217557"/>
                <a:gd name="connsiteY14" fmla="*/ 661544 h 2654282"/>
                <a:gd name="connsiteX15" fmla="*/ 677114 w 3217557"/>
                <a:gd name="connsiteY15" fmla="*/ 569491 h 2654282"/>
                <a:gd name="connsiteX16" fmla="*/ 330916 w 3217557"/>
                <a:gd name="connsiteY16" fmla="*/ 569491 h 2654282"/>
                <a:gd name="connsiteX17" fmla="*/ 0 w 3217557"/>
                <a:gd name="connsiteY17" fmla="*/ 900407 h 2654282"/>
                <a:gd name="connsiteX18" fmla="*/ 0 w 3217557"/>
                <a:gd name="connsiteY18" fmla="*/ 1952009 h 2654282"/>
                <a:gd name="connsiteX19" fmla="*/ 330916 w 3217557"/>
                <a:gd name="connsiteY19" fmla="*/ 2282925 h 2654282"/>
                <a:gd name="connsiteX20" fmla="*/ 711670 w 3217557"/>
                <a:gd name="connsiteY20" fmla="*/ 2282925 h 2654282"/>
                <a:gd name="connsiteX21" fmla="*/ 275077 w 3217557"/>
                <a:gd name="connsiteY21" fmla="*/ 2654282 h 2654282"/>
                <a:gd name="connsiteX22" fmla="*/ 1294529 w 3217557"/>
                <a:gd name="connsiteY22" fmla="*/ 2282925 h 2654282"/>
                <a:gd name="connsiteX23" fmla="*/ 2117356 w 3217557"/>
                <a:gd name="connsiteY23" fmla="*/ 2282925 h 2654282"/>
                <a:gd name="connsiteX24" fmla="*/ 2418395 w 3217557"/>
                <a:gd name="connsiteY24" fmla="*/ 2087951 h 2654282"/>
                <a:gd name="connsiteX25" fmla="*/ 1830857 w 3217557"/>
                <a:gd name="connsiteY25" fmla="*/ 1799347 h 2654282"/>
                <a:gd name="connsiteX26" fmla="*/ 1008030 w 3217557"/>
                <a:gd name="connsiteY26" fmla="*/ 1799347 h 2654282"/>
                <a:gd name="connsiteX27" fmla="*/ 677114 w 3217557"/>
                <a:gd name="connsiteY27" fmla="*/ 1468431 h 2654282"/>
                <a:gd name="connsiteX28" fmla="*/ 677114 w 3217557"/>
                <a:gd name="connsiteY28" fmla="*/ 569491 h 2654282"/>
                <a:gd name="connsiteX29" fmla="*/ 2886641 w 3217557"/>
                <a:gd name="connsiteY29" fmla="*/ 0 h 2654282"/>
                <a:gd name="connsiteX30" fmla="*/ 1100201 w 3217557"/>
                <a:gd name="connsiteY30" fmla="*/ 0 h 2654282"/>
                <a:gd name="connsiteX31" fmla="*/ 769285 w 3217557"/>
                <a:gd name="connsiteY31" fmla="*/ 330916 h 2654282"/>
                <a:gd name="connsiteX32" fmla="*/ 769285 w 3217557"/>
                <a:gd name="connsiteY32" fmla="*/ 1382518 h 2654282"/>
                <a:gd name="connsiteX33" fmla="*/ 1100201 w 3217557"/>
                <a:gd name="connsiteY33" fmla="*/ 1713434 h 2654282"/>
                <a:gd name="connsiteX34" fmla="*/ 1923028 w 3217557"/>
                <a:gd name="connsiteY34" fmla="*/ 1713434 h 2654282"/>
                <a:gd name="connsiteX35" fmla="*/ 3078958 w 3217557"/>
                <a:gd name="connsiteY35" fmla="*/ 2077967 h 2654282"/>
                <a:gd name="connsiteX36" fmla="*/ 2505887 w 3217557"/>
                <a:gd name="connsiteY36" fmla="*/ 1713434 h 2654282"/>
                <a:gd name="connsiteX37" fmla="*/ 2886641 w 3217557"/>
                <a:gd name="connsiteY37" fmla="*/ 1713434 h 2654282"/>
                <a:gd name="connsiteX38" fmla="*/ 3217557 w 3217557"/>
                <a:gd name="connsiteY38" fmla="*/ 1382518 h 2654282"/>
                <a:gd name="connsiteX39" fmla="*/ 3217557 w 3217557"/>
                <a:gd name="connsiteY39" fmla="*/ 330916 h 2654282"/>
                <a:gd name="connsiteX40" fmla="*/ 2886641 w 3217557"/>
                <a:gd name="connsiteY40" fmla="*/ 0 h 2654282"/>
                <a:gd name="connsiteX0" fmla="*/ 1384251 w 3217557"/>
                <a:gd name="connsiteY0" fmla="*/ 661544 h 2654282"/>
                <a:gd name="connsiteX1" fmla="*/ 1574067 w 3217557"/>
                <a:gd name="connsiteY1" fmla="*/ 851360 h 2654282"/>
                <a:gd name="connsiteX2" fmla="*/ 1384251 w 3217557"/>
                <a:gd name="connsiteY2" fmla="*/ 1041176 h 2654282"/>
                <a:gd name="connsiteX3" fmla="*/ 1194435 w 3217557"/>
                <a:gd name="connsiteY3" fmla="*/ 851360 h 2654282"/>
                <a:gd name="connsiteX4" fmla="*/ 1384251 w 3217557"/>
                <a:gd name="connsiteY4" fmla="*/ 661544 h 2654282"/>
                <a:gd name="connsiteX5" fmla="*/ 1993421 w 3217557"/>
                <a:gd name="connsiteY5" fmla="*/ 661544 h 2654282"/>
                <a:gd name="connsiteX6" fmla="*/ 2183237 w 3217557"/>
                <a:gd name="connsiteY6" fmla="*/ 851360 h 2654282"/>
                <a:gd name="connsiteX7" fmla="*/ 1993421 w 3217557"/>
                <a:gd name="connsiteY7" fmla="*/ 1041176 h 2654282"/>
                <a:gd name="connsiteX8" fmla="*/ 1803605 w 3217557"/>
                <a:gd name="connsiteY8" fmla="*/ 851360 h 2654282"/>
                <a:gd name="connsiteX9" fmla="*/ 1993421 w 3217557"/>
                <a:gd name="connsiteY9" fmla="*/ 661544 h 2654282"/>
                <a:gd name="connsiteX10" fmla="*/ 2602591 w 3217557"/>
                <a:gd name="connsiteY10" fmla="*/ 661544 h 2654282"/>
                <a:gd name="connsiteX11" fmla="*/ 2792407 w 3217557"/>
                <a:gd name="connsiteY11" fmla="*/ 851360 h 2654282"/>
                <a:gd name="connsiteX12" fmla="*/ 2602591 w 3217557"/>
                <a:gd name="connsiteY12" fmla="*/ 1041176 h 2654282"/>
                <a:gd name="connsiteX13" fmla="*/ 2412775 w 3217557"/>
                <a:gd name="connsiteY13" fmla="*/ 851360 h 2654282"/>
                <a:gd name="connsiteX14" fmla="*/ 2602591 w 3217557"/>
                <a:gd name="connsiteY14" fmla="*/ 661544 h 2654282"/>
                <a:gd name="connsiteX15" fmla="*/ 677114 w 3217557"/>
                <a:gd name="connsiteY15" fmla="*/ 569491 h 2654282"/>
                <a:gd name="connsiteX16" fmla="*/ 330916 w 3217557"/>
                <a:gd name="connsiteY16" fmla="*/ 569491 h 2654282"/>
                <a:gd name="connsiteX17" fmla="*/ 0 w 3217557"/>
                <a:gd name="connsiteY17" fmla="*/ 900407 h 2654282"/>
                <a:gd name="connsiteX18" fmla="*/ 0 w 3217557"/>
                <a:gd name="connsiteY18" fmla="*/ 1952009 h 2654282"/>
                <a:gd name="connsiteX19" fmla="*/ 330916 w 3217557"/>
                <a:gd name="connsiteY19" fmla="*/ 2282925 h 2654282"/>
                <a:gd name="connsiteX20" fmla="*/ 711670 w 3217557"/>
                <a:gd name="connsiteY20" fmla="*/ 2282925 h 2654282"/>
                <a:gd name="connsiteX21" fmla="*/ 275077 w 3217557"/>
                <a:gd name="connsiteY21" fmla="*/ 2654282 h 2654282"/>
                <a:gd name="connsiteX22" fmla="*/ 1294529 w 3217557"/>
                <a:gd name="connsiteY22" fmla="*/ 2282925 h 2654282"/>
                <a:gd name="connsiteX23" fmla="*/ 2117356 w 3217557"/>
                <a:gd name="connsiteY23" fmla="*/ 2282925 h 2654282"/>
                <a:gd name="connsiteX24" fmla="*/ 2418395 w 3217557"/>
                <a:gd name="connsiteY24" fmla="*/ 2087951 h 2654282"/>
                <a:gd name="connsiteX25" fmla="*/ 1830857 w 3217557"/>
                <a:gd name="connsiteY25" fmla="*/ 1799347 h 2654282"/>
                <a:gd name="connsiteX26" fmla="*/ 1008030 w 3217557"/>
                <a:gd name="connsiteY26" fmla="*/ 1799347 h 2654282"/>
                <a:gd name="connsiteX27" fmla="*/ 677114 w 3217557"/>
                <a:gd name="connsiteY27" fmla="*/ 1468431 h 2654282"/>
                <a:gd name="connsiteX28" fmla="*/ 677114 w 3217557"/>
                <a:gd name="connsiteY28" fmla="*/ 569491 h 2654282"/>
                <a:gd name="connsiteX29" fmla="*/ 2886641 w 3217557"/>
                <a:gd name="connsiteY29" fmla="*/ 0 h 2654282"/>
                <a:gd name="connsiteX30" fmla="*/ 1100201 w 3217557"/>
                <a:gd name="connsiteY30" fmla="*/ 0 h 2654282"/>
                <a:gd name="connsiteX31" fmla="*/ 769285 w 3217557"/>
                <a:gd name="connsiteY31" fmla="*/ 330916 h 2654282"/>
                <a:gd name="connsiteX32" fmla="*/ 769285 w 3217557"/>
                <a:gd name="connsiteY32" fmla="*/ 1382518 h 2654282"/>
                <a:gd name="connsiteX33" fmla="*/ 1100201 w 3217557"/>
                <a:gd name="connsiteY33" fmla="*/ 1713434 h 2654282"/>
                <a:gd name="connsiteX34" fmla="*/ 1923028 w 3217557"/>
                <a:gd name="connsiteY34" fmla="*/ 1713434 h 2654282"/>
                <a:gd name="connsiteX35" fmla="*/ 3078958 w 3217557"/>
                <a:gd name="connsiteY35" fmla="*/ 2077967 h 2654282"/>
                <a:gd name="connsiteX36" fmla="*/ 2505887 w 3217557"/>
                <a:gd name="connsiteY36" fmla="*/ 1713434 h 2654282"/>
                <a:gd name="connsiteX37" fmla="*/ 2886641 w 3217557"/>
                <a:gd name="connsiteY37" fmla="*/ 1713434 h 2654282"/>
                <a:gd name="connsiteX38" fmla="*/ 3217557 w 3217557"/>
                <a:gd name="connsiteY38" fmla="*/ 1382518 h 2654282"/>
                <a:gd name="connsiteX39" fmla="*/ 3217557 w 3217557"/>
                <a:gd name="connsiteY39" fmla="*/ 330916 h 2654282"/>
                <a:gd name="connsiteX40" fmla="*/ 2886641 w 3217557"/>
                <a:gd name="connsiteY40" fmla="*/ 0 h 2654282"/>
                <a:gd name="connsiteX0" fmla="*/ 1384251 w 3217557"/>
                <a:gd name="connsiteY0" fmla="*/ 661544 h 2654282"/>
                <a:gd name="connsiteX1" fmla="*/ 1574067 w 3217557"/>
                <a:gd name="connsiteY1" fmla="*/ 851360 h 2654282"/>
                <a:gd name="connsiteX2" fmla="*/ 1384251 w 3217557"/>
                <a:gd name="connsiteY2" fmla="*/ 1041176 h 2654282"/>
                <a:gd name="connsiteX3" fmla="*/ 1194435 w 3217557"/>
                <a:gd name="connsiteY3" fmla="*/ 851360 h 2654282"/>
                <a:gd name="connsiteX4" fmla="*/ 1384251 w 3217557"/>
                <a:gd name="connsiteY4" fmla="*/ 661544 h 2654282"/>
                <a:gd name="connsiteX5" fmla="*/ 1993421 w 3217557"/>
                <a:gd name="connsiteY5" fmla="*/ 661544 h 2654282"/>
                <a:gd name="connsiteX6" fmla="*/ 2183237 w 3217557"/>
                <a:gd name="connsiteY6" fmla="*/ 851360 h 2654282"/>
                <a:gd name="connsiteX7" fmla="*/ 1993421 w 3217557"/>
                <a:gd name="connsiteY7" fmla="*/ 1041176 h 2654282"/>
                <a:gd name="connsiteX8" fmla="*/ 1803605 w 3217557"/>
                <a:gd name="connsiteY8" fmla="*/ 851360 h 2654282"/>
                <a:gd name="connsiteX9" fmla="*/ 1993421 w 3217557"/>
                <a:gd name="connsiteY9" fmla="*/ 661544 h 2654282"/>
                <a:gd name="connsiteX10" fmla="*/ 2602591 w 3217557"/>
                <a:gd name="connsiteY10" fmla="*/ 661544 h 2654282"/>
                <a:gd name="connsiteX11" fmla="*/ 2792407 w 3217557"/>
                <a:gd name="connsiteY11" fmla="*/ 851360 h 2654282"/>
                <a:gd name="connsiteX12" fmla="*/ 2602591 w 3217557"/>
                <a:gd name="connsiteY12" fmla="*/ 1041176 h 2654282"/>
                <a:gd name="connsiteX13" fmla="*/ 2412775 w 3217557"/>
                <a:gd name="connsiteY13" fmla="*/ 851360 h 2654282"/>
                <a:gd name="connsiteX14" fmla="*/ 2602591 w 3217557"/>
                <a:gd name="connsiteY14" fmla="*/ 661544 h 2654282"/>
                <a:gd name="connsiteX15" fmla="*/ 677114 w 3217557"/>
                <a:gd name="connsiteY15" fmla="*/ 569491 h 2654282"/>
                <a:gd name="connsiteX16" fmla="*/ 330916 w 3217557"/>
                <a:gd name="connsiteY16" fmla="*/ 569491 h 2654282"/>
                <a:gd name="connsiteX17" fmla="*/ 0 w 3217557"/>
                <a:gd name="connsiteY17" fmla="*/ 900407 h 2654282"/>
                <a:gd name="connsiteX18" fmla="*/ 0 w 3217557"/>
                <a:gd name="connsiteY18" fmla="*/ 1952009 h 2654282"/>
                <a:gd name="connsiteX19" fmla="*/ 330916 w 3217557"/>
                <a:gd name="connsiteY19" fmla="*/ 2282925 h 2654282"/>
                <a:gd name="connsiteX20" fmla="*/ 711670 w 3217557"/>
                <a:gd name="connsiteY20" fmla="*/ 2282925 h 2654282"/>
                <a:gd name="connsiteX21" fmla="*/ 275077 w 3217557"/>
                <a:gd name="connsiteY21" fmla="*/ 2654282 h 2654282"/>
                <a:gd name="connsiteX22" fmla="*/ 1294529 w 3217557"/>
                <a:gd name="connsiteY22" fmla="*/ 2282925 h 2654282"/>
                <a:gd name="connsiteX23" fmla="*/ 2117356 w 3217557"/>
                <a:gd name="connsiteY23" fmla="*/ 2282925 h 2654282"/>
                <a:gd name="connsiteX24" fmla="*/ 2418395 w 3217557"/>
                <a:gd name="connsiteY24" fmla="*/ 2087951 h 2654282"/>
                <a:gd name="connsiteX25" fmla="*/ 1830857 w 3217557"/>
                <a:gd name="connsiteY25" fmla="*/ 1799347 h 2654282"/>
                <a:gd name="connsiteX26" fmla="*/ 1008030 w 3217557"/>
                <a:gd name="connsiteY26" fmla="*/ 1799347 h 2654282"/>
                <a:gd name="connsiteX27" fmla="*/ 677114 w 3217557"/>
                <a:gd name="connsiteY27" fmla="*/ 1468431 h 2654282"/>
                <a:gd name="connsiteX28" fmla="*/ 677114 w 3217557"/>
                <a:gd name="connsiteY28" fmla="*/ 569491 h 2654282"/>
                <a:gd name="connsiteX29" fmla="*/ 2886641 w 3217557"/>
                <a:gd name="connsiteY29" fmla="*/ 0 h 2654282"/>
                <a:gd name="connsiteX30" fmla="*/ 1100201 w 3217557"/>
                <a:gd name="connsiteY30" fmla="*/ 0 h 2654282"/>
                <a:gd name="connsiteX31" fmla="*/ 769285 w 3217557"/>
                <a:gd name="connsiteY31" fmla="*/ 330916 h 2654282"/>
                <a:gd name="connsiteX32" fmla="*/ 769285 w 3217557"/>
                <a:gd name="connsiteY32" fmla="*/ 1382518 h 2654282"/>
                <a:gd name="connsiteX33" fmla="*/ 1100201 w 3217557"/>
                <a:gd name="connsiteY33" fmla="*/ 1713434 h 2654282"/>
                <a:gd name="connsiteX34" fmla="*/ 1923028 w 3217557"/>
                <a:gd name="connsiteY34" fmla="*/ 1713434 h 2654282"/>
                <a:gd name="connsiteX35" fmla="*/ 3078958 w 3217557"/>
                <a:gd name="connsiteY35" fmla="*/ 2077967 h 2654282"/>
                <a:gd name="connsiteX36" fmla="*/ 2505887 w 3217557"/>
                <a:gd name="connsiteY36" fmla="*/ 1713434 h 2654282"/>
                <a:gd name="connsiteX37" fmla="*/ 2886641 w 3217557"/>
                <a:gd name="connsiteY37" fmla="*/ 1713434 h 2654282"/>
                <a:gd name="connsiteX38" fmla="*/ 3217557 w 3217557"/>
                <a:gd name="connsiteY38" fmla="*/ 1382518 h 2654282"/>
                <a:gd name="connsiteX39" fmla="*/ 3217557 w 3217557"/>
                <a:gd name="connsiteY39" fmla="*/ 330916 h 2654282"/>
                <a:gd name="connsiteX40" fmla="*/ 2886641 w 3217557"/>
                <a:gd name="connsiteY40" fmla="*/ 0 h 2654282"/>
                <a:gd name="connsiteX0" fmla="*/ 1384251 w 3217557"/>
                <a:gd name="connsiteY0" fmla="*/ 661544 h 2654282"/>
                <a:gd name="connsiteX1" fmla="*/ 1574067 w 3217557"/>
                <a:gd name="connsiteY1" fmla="*/ 851360 h 2654282"/>
                <a:gd name="connsiteX2" fmla="*/ 1384251 w 3217557"/>
                <a:gd name="connsiteY2" fmla="*/ 1041176 h 2654282"/>
                <a:gd name="connsiteX3" fmla="*/ 1194435 w 3217557"/>
                <a:gd name="connsiteY3" fmla="*/ 851360 h 2654282"/>
                <a:gd name="connsiteX4" fmla="*/ 1384251 w 3217557"/>
                <a:gd name="connsiteY4" fmla="*/ 661544 h 2654282"/>
                <a:gd name="connsiteX5" fmla="*/ 1993421 w 3217557"/>
                <a:gd name="connsiteY5" fmla="*/ 661544 h 2654282"/>
                <a:gd name="connsiteX6" fmla="*/ 2183237 w 3217557"/>
                <a:gd name="connsiteY6" fmla="*/ 851360 h 2654282"/>
                <a:gd name="connsiteX7" fmla="*/ 1993421 w 3217557"/>
                <a:gd name="connsiteY7" fmla="*/ 1041176 h 2654282"/>
                <a:gd name="connsiteX8" fmla="*/ 1803605 w 3217557"/>
                <a:gd name="connsiteY8" fmla="*/ 851360 h 2654282"/>
                <a:gd name="connsiteX9" fmla="*/ 1993421 w 3217557"/>
                <a:gd name="connsiteY9" fmla="*/ 661544 h 2654282"/>
                <a:gd name="connsiteX10" fmla="*/ 2602591 w 3217557"/>
                <a:gd name="connsiteY10" fmla="*/ 661544 h 2654282"/>
                <a:gd name="connsiteX11" fmla="*/ 2792407 w 3217557"/>
                <a:gd name="connsiteY11" fmla="*/ 851360 h 2654282"/>
                <a:gd name="connsiteX12" fmla="*/ 2602591 w 3217557"/>
                <a:gd name="connsiteY12" fmla="*/ 1041176 h 2654282"/>
                <a:gd name="connsiteX13" fmla="*/ 2412775 w 3217557"/>
                <a:gd name="connsiteY13" fmla="*/ 851360 h 2654282"/>
                <a:gd name="connsiteX14" fmla="*/ 2602591 w 3217557"/>
                <a:gd name="connsiteY14" fmla="*/ 661544 h 2654282"/>
                <a:gd name="connsiteX15" fmla="*/ 677114 w 3217557"/>
                <a:gd name="connsiteY15" fmla="*/ 569491 h 2654282"/>
                <a:gd name="connsiteX16" fmla="*/ 330916 w 3217557"/>
                <a:gd name="connsiteY16" fmla="*/ 569491 h 2654282"/>
                <a:gd name="connsiteX17" fmla="*/ 0 w 3217557"/>
                <a:gd name="connsiteY17" fmla="*/ 900407 h 2654282"/>
                <a:gd name="connsiteX18" fmla="*/ 0 w 3217557"/>
                <a:gd name="connsiteY18" fmla="*/ 1952009 h 2654282"/>
                <a:gd name="connsiteX19" fmla="*/ 330916 w 3217557"/>
                <a:gd name="connsiteY19" fmla="*/ 2282925 h 2654282"/>
                <a:gd name="connsiteX20" fmla="*/ 711670 w 3217557"/>
                <a:gd name="connsiteY20" fmla="*/ 2282925 h 2654282"/>
                <a:gd name="connsiteX21" fmla="*/ 275077 w 3217557"/>
                <a:gd name="connsiteY21" fmla="*/ 2654282 h 2654282"/>
                <a:gd name="connsiteX22" fmla="*/ 1294529 w 3217557"/>
                <a:gd name="connsiteY22" fmla="*/ 2282925 h 2654282"/>
                <a:gd name="connsiteX23" fmla="*/ 2117356 w 3217557"/>
                <a:gd name="connsiteY23" fmla="*/ 2282925 h 2654282"/>
                <a:gd name="connsiteX24" fmla="*/ 2418395 w 3217557"/>
                <a:gd name="connsiteY24" fmla="*/ 2087951 h 2654282"/>
                <a:gd name="connsiteX25" fmla="*/ 1830857 w 3217557"/>
                <a:gd name="connsiteY25" fmla="*/ 1799347 h 2654282"/>
                <a:gd name="connsiteX26" fmla="*/ 1008030 w 3217557"/>
                <a:gd name="connsiteY26" fmla="*/ 1799347 h 2654282"/>
                <a:gd name="connsiteX27" fmla="*/ 677114 w 3217557"/>
                <a:gd name="connsiteY27" fmla="*/ 1468431 h 2654282"/>
                <a:gd name="connsiteX28" fmla="*/ 677114 w 3217557"/>
                <a:gd name="connsiteY28" fmla="*/ 569491 h 2654282"/>
                <a:gd name="connsiteX29" fmla="*/ 2886641 w 3217557"/>
                <a:gd name="connsiteY29" fmla="*/ 0 h 2654282"/>
                <a:gd name="connsiteX30" fmla="*/ 1100201 w 3217557"/>
                <a:gd name="connsiteY30" fmla="*/ 0 h 2654282"/>
                <a:gd name="connsiteX31" fmla="*/ 769285 w 3217557"/>
                <a:gd name="connsiteY31" fmla="*/ 330916 h 2654282"/>
                <a:gd name="connsiteX32" fmla="*/ 769285 w 3217557"/>
                <a:gd name="connsiteY32" fmla="*/ 1382518 h 2654282"/>
                <a:gd name="connsiteX33" fmla="*/ 1100201 w 3217557"/>
                <a:gd name="connsiteY33" fmla="*/ 1713434 h 2654282"/>
                <a:gd name="connsiteX34" fmla="*/ 1923028 w 3217557"/>
                <a:gd name="connsiteY34" fmla="*/ 1713434 h 2654282"/>
                <a:gd name="connsiteX35" fmla="*/ 3078958 w 3217557"/>
                <a:gd name="connsiteY35" fmla="*/ 2077967 h 2654282"/>
                <a:gd name="connsiteX36" fmla="*/ 2505887 w 3217557"/>
                <a:gd name="connsiteY36" fmla="*/ 1713434 h 2654282"/>
                <a:gd name="connsiteX37" fmla="*/ 2886641 w 3217557"/>
                <a:gd name="connsiteY37" fmla="*/ 1713434 h 2654282"/>
                <a:gd name="connsiteX38" fmla="*/ 3217557 w 3217557"/>
                <a:gd name="connsiteY38" fmla="*/ 1382518 h 2654282"/>
                <a:gd name="connsiteX39" fmla="*/ 3217557 w 3217557"/>
                <a:gd name="connsiteY39" fmla="*/ 330916 h 2654282"/>
                <a:gd name="connsiteX40" fmla="*/ 2886641 w 3217557"/>
                <a:gd name="connsiteY40" fmla="*/ 0 h 2654282"/>
                <a:gd name="connsiteX0" fmla="*/ 1384251 w 3217557"/>
                <a:gd name="connsiteY0" fmla="*/ 661544 h 2654282"/>
                <a:gd name="connsiteX1" fmla="*/ 1574067 w 3217557"/>
                <a:gd name="connsiteY1" fmla="*/ 851360 h 2654282"/>
                <a:gd name="connsiteX2" fmla="*/ 1384251 w 3217557"/>
                <a:gd name="connsiteY2" fmla="*/ 1041176 h 2654282"/>
                <a:gd name="connsiteX3" fmla="*/ 1194435 w 3217557"/>
                <a:gd name="connsiteY3" fmla="*/ 851360 h 2654282"/>
                <a:gd name="connsiteX4" fmla="*/ 1384251 w 3217557"/>
                <a:gd name="connsiteY4" fmla="*/ 661544 h 2654282"/>
                <a:gd name="connsiteX5" fmla="*/ 1993421 w 3217557"/>
                <a:gd name="connsiteY5" fmla="*/ 661544 h 2654282"/>
                <a:gd name="connsiteX6" fmla="*/ 2183237 w 3217557"/>
                <a:gd name="connsiteY6" fmla="*/ 851360 h 2654282"/>
                <a:gd name="connsiteX7" fmla="*/ 1993421 w 3217557"/>
                <a:gd name="connsiteY7" fmla="*/ 1041176 h 2654282"/>
                <a:gd name="connsiteX8" fmla="*/ 1803605 w 3217557"/>
                <a:gd name="connsiteY8" fmla="*/ 851360 h 2654282"/>
                <a:gd name="connsiteX9" fmla="*/ 1993421 w 3217557"/>
                <a:gd name="connsiteY9" fmla="*/ 661544 h 2654282"/>
                <a:gd name="connsiteX10" fmla="*/ 2602591 w 3217557"/>
                <a:gd name="connsiteY10" fmla="*/ 661544 h 2654282"/>
                <a:gd name="connsiteX11" fmla="*/ 2792407 w 3217557"/>
                <a:gd name="connsiteY11" fmla="*/ 851360 h 2654282"/>
                <a:gd name="connsiteX12" fmla="*/ 2602591 w 3217557"/>
                <a:gd name="connsiteY12" fmla="*/ 1041176 h 2654282"/>
                <a:gd name="connsiteX13" fmla="*/ 2412775 w 3217557"/>
                <a:gd name="connsiteY13" fmla="*/ 851360 h 2654282"/>
                <a:gd name="connsiteX14" fmla="*/ 2602591 w 3217557"/>
                <a:gd name="connsiteY14" fmla="*/ 661544 h 2654282"/>
                <a:gd name="connsiteX15" fmla="*/ 677114 w 3217557"/>
                <a:gd name="connsiteY15" fmla="*/ 569491 h 2654282"/>
                <a:gd name="connsiteX16" fmla="*/ 330916 w 3217557"/>
                <a:gd name="connsiteY16" fmla="*/ 569491 h 2654282"/>
                <a:gd name="connsiteX17" fmla="*/ 0 w 3217557"/>
                <a:gd name="connsiteY17" fmla="*/ 900407 h 2654282"/>
                <a:gd name="connsiteX18" fmla="*/ 0 w 3217557"/>
                <a:gd name="connsiteY18" fmla="*/ 1952009 h 2654282"/>
                <a:gd name="connsiteX19" fmla="*/ 330916 w 3217557"/>
                <a:gd name="connsiteY19" fmla="*/ 2282925 h 2654282"/>
                <a:gd name="connsiteX20" fmla="*/ 711670 w 3217557"/>
                <a:gd name="connsiteY20" fmla="*/ 2282925 h 2654282"/>
                <a:gd name="connsiteX21" fmla="*/ 275077 w 3217557"/>
                <a:gd name="connsiteY21" fmla="*/ 2654282 h 2654282"/>
                <a:gd name="connsiteX22" fmla="*/ 1294529 w 3217557"/>
                <a:gd name="connsiteY22" fmla="*/ 2282925 h 2654282"/>
                <a:gd name="connsiteX23" fmla="*/ 2117356 w 3217557"/>
                <a:gd name="connsiteY23" fmla="*/ 2282925 h 2654282"/>
                <a:gd name="connsiteX24" fmla="*/ 2418395 w 3217557"/>
                <a:gd name="connsiteY24" fmla="*/ 2087951 h 2654282"/>
                <a:gd name="connsiteX25" fmla="*/ 1830857 w 3217557"/>
                <a:gd name="connsiteY25" fmla="*/ 1799347 h 2654282"/>
                <a:gd name="connsiteX26" fmla="*/ 1008030 w 3217557"/>
                <a:gd name="connsiteY26" fmla="*/ 1799347 h 2654282"/>
                <a:gd name="connsiteX27" fmla="*/ 677114 w 3217557"/>
                <a:gd name="connsiteY27" fmla="*/ 1468431 h 2654282"/>
                <a:gd name="connsiteX28" fmla="*/ 677114 w 3217557"/>
                <a:gd name="connsiteY28" fmla="*/ 569491 h 2654282"/>
                <a:gd name="connsiteX29" fmla="*/ 2886641 w 3217557"/>
                <a:gd name="connsiteY29" fmla="*/ 0 h 2654282"/>
                <a:gd name="connsiteX30" fmla="*/ 1100201 w 3217557"/>
                <a:gd name="connsiteY30" fmla="*/ 0 h 2654282"/>
                <a:gd name="connsiteX31" fmla="*/ 769285 w 3217557"/>
                <a:gd name="connsiteY31" fmla="*/ 330916 h 2654282"/>
                <a:gd name="connsiteX32" fmla="*/ 769285 w 3217557"/>
                <a:gd name="connsiteY32" fmla="*/ 1382518 h 2654282"/>
                <a:gd name="connsiteX33" fmla="*/ 1100201 w 3217557"/>
                <a:gd name="connsiteY33" fmla="*/ 1713434 h 2654282"/>
                <a:gd name="connsiteX34" fmla="*/ 1923028 w 3217557"/>
                <a:gd name="connsiteY34" fmla="*/ 1713434 h 2654282"/>
                <a:gd name="connsiteX35" fmla="*/ 3078958 w 3217557"/>
                <a:gd name="connsiteY35" fmla="*/ 2077967 h 2654282"/>
                <a:gd name="connsiteX36" fmla="*/ 2505887 w 3217557"/>
                <a:gd name="connsiteY36" fmla="*/ 1713434 h 2654282"/>
                <a:gd name="connsiteX37" fmla="*/ 2886641 w 3217557"/>
                <a:gd name="connsiteY37" fmla="*/ 1713434 h 2654282"/>
                <a:gd name="connsiteX38" fmla="*/ 3217557 w 3217557"/>
                <a:gd name="connsiteY38" fmla="*/ 1382518 h 2654282"/>
                <a:gd name="connsiteX39" fmla="*/ 3217557 w 3217557"/>
                <a:gd name="connsiteY39" fmla="*/ 330916 h 2654282"/>
                <a:gd name="connsiteX40" fmla="*/ 2886641 w 3217557"/>
                <a:gd name="connsiteY40" fmla="*/ 0 h 2654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217557" h="2654282">
                  <a:moveTo>
                    <a:pt x="1384251" y="661544"/>
                  </a:moveTo>
                  <a:cubicBezTo>
                    <a:pt x="1489083" y="661544"/>
                    <a:pt x="1574067" y="746528"/>
                    <a:pt x="1574067" y="851360"/>
                  </a:cubicBezTo>
                  <a:cubicBezTo>
                    <a:pt x="1574067" y="956192"/>
                    <a:pt x="1489083" y="1041176"/>
                    <a:pt x="1384251" y="1041176"/>
                  </a:cubicBezTo>
                  <a:cubicBezTo>
                    <a:pt x="1279419" y="1041176"/>
                    <a:pt x="1194435" y="956192"/>
                    <a:pt x="1194435" y="851360"/>
                  </a:cubicBezTo>
                  <a:cubicBezTo>
                    <a:pt x="1194435" y="746528"/>
                    <a:pt x="1279419" y="661544"/>
                    <a:pt x="1384251" y="661544"/>
                  </a:cubicBezTo>
                  <a:close/>
                  <a:moveTo>
                    <a:pt x="1993421" y="661544"/>
                  </a:moveTo>
                  <a:cubicBezTo>
                    <a:pt x="2098253" y="661544"/>
                    <a:pt x="2183237" y="746528"/>
                    <a:pt x="2183237" y="851360"/>
                  </a:cubicBezTo>
                  <a:cubicBezTo>
                    <a:pt x="2183237" y="956192"/>
                    <a:pt x="2098253" y="1041176"/>
                    <a:pt x="1993421" y="1041176"/>
                  </a:cubicBezTo>
                  <a:cubicBezTo>
                    <a:pt x="1888589" y="1041176"/>
                    <a:pt x="1803605" y="956192"/>
                    <a:pt x="1803605" y="851360"/>
                  </a:cubicBezTo>
                  <a:cubicBezTo>
                    <a:pt x="1803605" y="746528"/>
                    <a:pt x="1888589" y="661544"/>
                    <a:pt x="1993421" y="661544"/>
                  </a:cubicBezTo>
                  <a:close/>
                  <a:moveTo>
                    <a:pt x="2602591" y="661544"/>
                  </a:moveTo>
                  <a:cubicBezTo>
                    <a:pt x="2707423" y="661544"/>
                    <a:pt x="2792407" y="746528"/>
                    <a:pt x="2792407" y="851360"/>
                  </a:cubicBezTo>
                  <a:cubicBezTo>
                    <a:pt x="2792407" y="956192"/>
                    <a:pt x="2707423" y="1041176"/>
                    <a:pt x="2602591" y="1041176"/>
                  </a:cubicBezTo>
                  <a:cubicBezTo>
                    <a:pt x="2497759" y="1041176"/>
                    <a:pt x="2412775" y="956192"/>
                    <a:pt x="2412775" y="851360"/>
                  </a:cubicBezTo>
                  <a:cubicBezTo>
                    <a:pt x="2412775" y="746528"/>
                    <a:pt x="2497759" y="661544"/>
                    <a:pt x="2602591" y="661544"/>
                  </a:cubicBezTo>
                  <a:close/>
                  <a:moveTo>
                    <a:pt x="677114" y="569491"/>
                  </a:moveTo>
                  <a:lnTo>
                    <a:pt x="330916" y="569491"/>
                  </a:lnTo>
                  <a:cubicBezTo>
                    <a:pt x="148156" y="569491"/>
                    <a:pt x="0" y="717647"/>
                    <a:pt x="0" y="900407"/>
                  </a:cubicBezTo>
                  <a:lnTo>
                    <a:pt x="0" y="1952009"/>
                  </a:lnTo>
                  <a:cubicBezTo>
                    <a:pt x="0" y="2134769"/>
                    <a:pt x="148156" y="2282925"/>
                    <a:pt x="330916" y="2282925"/>
                  </a:cubicBezTo>
                  <a:lnTo>
                    <a:pt x="711670" y="2282925"/>
                  </a:lnTo>
                  <a:cubicBezTo>
                    <a:pt x="639726" y="2394386"/>
                    <a:pt x="647101" y="2475544"/>
                    <a:pt x="275077" y="2654282"/>
                  </a:cubicBezTo>
                  <a:cubicBezTo>
                    <a:pt x="900998" y="2583693"/>
                    <a:pt x="998412" y="2552618"/>
                    <a:pt x="1294529" y="2282925"/>
                  </a:cubicBezTo>
                  <a:lnTo>
                    <a:pt x="2117356" y="2282925"/>
                  </a:lnTo>
                  <a:cubicBezTo>
                    <a:pt x="2251554" y="2282925"/>
                    <a:pt x="2367095" y="2203043"/>
                    <a:pt x="2418395" y="2087951"/>
                  </a:cubicBezTo>
                  <a:cubicBezTo>
                    <a:pt x="2205538" y="2022975"/>
                    <a:pt x="2032941" y="1932583"/>
                    <a:pt x="1830857" y="1799347"/>
                  </a:cubicBezTo>
                  <a:lnTo>
                    <a:pt x="1008030" y="1799347"/>
                  </a:lnTo>
                  <a:cubicBezTo>
                    <a:pt x="825270" y="1799347"/>
                    <a:pt x="677114" y="1651191"/>
                    <a:pt x="677114" y="1468431"/>
                  </a:cubicBezTo>
                  <a:lnTo>
                    <a:pt x="677114" y="569491"/>
                  </a:lnTo>
                  <a:close/>
                  <a:moveTo>
                    <a:pt x="2886641" y="0"/>
                  </a:moveTo>
                  <a:lnTo>
                    <a:pt x="1100201" y="0"/>
                  </a:lnTo>
                  <a:cubicBezTo>
                    <a:pt x="917441" y="0"/>
                    <a:pt x="769285" y="148156"/>
                    <a:pt x="769285" y="330916"/>
                  </a:cubicBezTo>
                  <a:lnTo>
                    <a:pt x="769285" y="1382518"/>
                  </a:lnTo>
                  <a:cubicBezTo>
                    <a:pt x="769285" y="1565278"/>
                    <a:pt x="917441" y="1713434"/>
                    <a:pt x="1100201" y="1713434"/>
                  </a:cubicBezTo>
                  <a:lnTo>
                    <a:pt x="1923028" y="1713434"/>
                  </a:lnTo>
                  <a:cubicBezTo>
                    <a:pt x="2301032" y="1962656"/>
                    <a:pt x="2453037" y="2007378"/>
                    <a:pt x="3078958" y="2077967"/>
                  </a:cubicBezTo>
                  <a:cubicBezTo>
                    <a:pt x="2713759" y="1878758"/>
                    <a:pt x="2673367" y="1899957"/>
                    <a:pt x="2505887" y="1713434"/>
                  </a:cubicBezTo>
                  <a:lnTo>
                    <a:pt x="2886641" y="1713434"/>
                  </a:lnTo>
                  <a:cubicBezTo>
                    <a:pt x="3069401" y="1713434"/>
                    <a:pt x="3217557" y="1565278"/>
                    <a:pt x="3217557" y="1382518"/>
                  </a:cubicBezTo>
                  <a:lnTo>
                    <a:pt x="3217557" y="330916"/>
                  </a:lnTo>
                  <a:cubicBezTo>
                    <a:pt x="3217557" y="148156"/>
                    <a:pt x="3069401" y="0"/>
                    <a:pt x="288664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>
                <a:solidFill>
                  <a:schemeClr val="accent6"/>
                </a:solidFill>
              </a:endParaRPr>
            </a:p>
          </p:txBody>
        </p:sp>
        <p:sp>
          <p:nvSpPr>
            <p:cNvPr id="61" name="Teardrop 1">
              <a:extLst>
                <a:ext uri="{FF2B5EF4-FFF2-40B4-BE49-F238E27FC236}">
                  <a16:creationId xmlns:a16="http://schemas.microsoft.com/office/drawing/2014/main" id="{6FE8F23E-D6FA-47F4-834A-1B107B5D5F6E}"/>
                </a:ext>
              </a:extLst>
            </p:cNvPr>
            <p:cNvSpPr/>
            <p:nvPr/>
          </p:nvSpPr>
          <p:spPr>
            <a:xfrm rot="18805991">
              <a:off x="3736350" y="2187185"/>
              <a:ext cx="348602" cy="344965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2" name="Round Same Side Corner Rectangle 11">
              <a:extLst>
                <a:ext uri="{FF2B5EF4-FFF2-40B4-BE49-F238E27FC236}">
                  <a16:creationId xmlns:a16="http://schemas.microsoft.com/office/drawing/2014/main" id="{81D86CB1-4A8B-4CBC-8AF5-745FDF349311}"/>
                </a:ext>
              </a:extLst>
            </p:cNvPr>
            <p:cNvSpPr>
              <a:spLocks noChangeAspect="1"/>
            </p:cNvSpPr>
            <p:nvPr/>
          </p:nvSpPr>
          <p:spPr>
            <a:xfrm rot="9900000">
              <a:off x="3154450" y="1258605"/>
              <a:ext cx="368635" cy="313085"/>
            </a:xfrm>
            <a:custGeom>
              <a:avLst/>
              <a:gdLst/>
              <a:ahLst/>
              <a:cxnLst/>
              <a:rect l="l" t="t" r="r" b="b"/>
              <a:pathLst>
                <a:path w="2911009" h="2472345">
                  <a:moveTo>
                    <a:pt x="2219598" y="1335309"/>
                  </a:moveTo>
                  <a:lnTo>
                    <a:pt x="2219598" y="1222573"/>
                  </a:lnTo>
                  <a:cubicBezTo>
                    <a:pt x="2219598" y="1176944"/>
                    <a:pt x="2241926" y="1136530"/>
                    <a:pt x="2277694" y="1113650"/>
                  </a:cubicBezTo>
                  <a:lnTo>
                    <a:pt x="2277694" y="137786"/>
                  </a:lnTo>
                  <a:cubicBezTo>
                    <a:pt x="2277694" y="61689"/>
                    <a:pt x="2339383" y="0"/>
                    <a:pt x="2415480" y="0"/>
                  </a:cubicBezTo>
                  <a:lnTo>
                    <a:pt x="2545196" y="0"/>
                  </a:lnTo>
                  <a:cubicBezTo>
                    <a:pt x="2621293" y="0"/>
                    <a:pt x="2682982" y="61689"/>
                    <a:pt x="2682982" y="137786"/>
                  </a:cubicBezTo>
                  <a:lnTo>
                    <a:pt x="2682982" y="1099067"/>
                  </a:lnTo>
                  <a:cubicBezTo>
                    <a:pt x="2730197" y="1120049"/>
                    <a:pt x="2762708" y="1167515"/>
                    <a:pt x="2762708" y="1222573"/>
                  </a:cubicBezTo>
                  <a:lnTo>
                    <a:pt x="2762708" y="1480834"/>
                  </a:lnTo>
                  <a:close/>
                  <a:moveTo>
                    <a:pt x="241900" y="1676361"/>
                  </a:moveTo>
                  <a:cubicBezTo>
                    <a:pt x="69371" y="1631107"/>
                    <a:pt x="-34146" y="1454930"/>
                    <a:pt x="10296" y="1282189"/>
                  </a:cubicBezTo>
                  <a:cubicBezTo>
                    <a:pt x="54739" y="1109449"/>
                    <a:pt x="230428" y="1005105"/>
                    <a:pt x="403375" y="1048736"/>
                  </a:cubicBezTo>
                  <a:cubicBezTo>
                    <a:pt x="349550" y="1257945"/>
                    <a:pt x="295726" y="1467153"/>
                    <a:pt x="241900" y="1676361"/>
                  </a:cubicBezTo>
                  <a:close/>
                  <a:moveTo>
                    <a:pt x="2578947" y="2467929"/>
                  </a:moveTo>
                  <a:lnTo>
                    <a:pt x="1957545" y="2301425"/>
                  </a:lnTo>
                  <a:lnTo>
                    <a:pt x="2194209" y="1418183"/>
                  </a:lnTo>
                  <a:lnTo>
                    <a:pt x="2815611" y="1584687"/>
                  </a:lnTo>
                  <a:cubicBezTo>
                    <a:pt x="2884250" y="1603079"/>
                    <a:pt x="2924985" y="1673632"/>
                    <a:pt x="2906593" y="1742272"/>
                  </a:cubicBezTo>
                  <a:lnTo>
                    <a:pt x="2736532" y="2376947"/>
                  </a:lnTo>
                  <a:cubicBezTo>
                    <a:pt x="2718140" y="2445587"/>
                    <a:pt x="2647586" y="2486321"/>
                    <a:pt x="2578947" y="2467929"/>
                  </a:cubicBezTo>
                  <a:close/>
                  <a:moveTo>
                    <a:pt x="610249" y="2287120"/>
                  </a:moveTo>
                  <a:lnTo>
                    <a:pt x="1020264" y="756923"/>
                  </a:lnTo>
                  <a:lnTo>
                    <a:pt x="2107356" y="1398691"/>
                  </a:lnTo>
                  <a:lnTo>
                    <a:pt x="1872582" y="2274879"/>
                  </a:lnTo>
                  <a:close/>
                  <a:moveTo>
                    <a:pt x="426016" y="2349577"/>
                  </a:moveTo>
                  <a:lnTo>
                    <a:pt x="243978" y="2300800"/>
                  </a:lnTo>
                  <a:cubicBezTo>
                    <a:pt x="205115" y="2290387"/>
                    <a:pt x="182051" y="2250439"/>
                    <a:pt x="192464" y="2211576"/>
                  </a:cubicBezTo>
                  <a:lnTo>
                    <a:pt x="620679" y="613455"/>
                  </a:lnTo>
                  <a:cubicBezTo>
                    <a:pt x="631093" y="574592"/>
                    <a:pt x="671040" y="551528"/>
                    <a:pt x="709903" y="561941"/>
                  </a:cubicBezTo>
                  <a:lnTo>
                    <a:pt x="891942" y="610718"/>
                  </a:lnTo>
                  <a:cubicBezTo>
                    <a:pt x="930805" y="621132"/>
                    <a:pt x="953869" y="661079"/>
                    <a:pt x="943455" y="699942"/>
                  </a:cubicBezTo>
                  <a:lnTo>
                    <a:pt x="515240" y="2298064"/>
                  </a:lnTo>
                  <a:cubicBezTo>
                    <a:pt x="504827" y="2336927"/>
                    <a:pt x="464879" y="2359990"/>
                    <a:pt x="426016" y="234957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63" name="Rounded Rectangle 27">
              <a:extLst>
                <a:ext uri="{FF2B5EF4-FFF2-40B4-BE49-F238E27FC236}">
                  <a16:creationId xmlns:a16="http://schemas.microsoft.com/office/drawing/2014/main" id="{6B7B2779-39F5-4CA7-834B-61E15AC78410}"/>
                </a:ext>
              </a:extLst>
            </p:cNvPr>
            <p:cNvSpPr/>
            <p:nvPr/>
          </p:nvSpPr>
          <p:spPr>
            <a:xfrm>
              <a:off x="5036578" y="2243788"/>
              <a:ext cx="332491" cy="255397"/>
            </a:xfrm>
            <a:custGeom>
              <a:avLst/>
              <a:gdLst/>
              <a:ahLst/>
              <a:cxnLst/>
              <a:rect l="l" t="t" r="r" b="b"/>
              <a:pathLst>
                <a:path w="3186824" h="2447912">
                  <a:moveTo>
                    <a:pt x="1917737" y="1021643"/>
                  </a:moveTo>
                  <a:cubicBezTo>
                    <a:pt x="2188548" y="1021643"/>
                    <a:pt x="2408083" y="1241178"/>
                    <a:pt x="2408083" y="1511989"/>
                  </a:cubicBezTo>
                  <a:cubicBezTo>
                    <a:pt x="2408083" y="1782800"/>
                    <a:pt x="2188548" y="2002335"/>
                    <a:pt x="1917737" y="2002335"/>
                  </a:cubicBezTo>
                  <a:cubicBezTo>
                    <a:pt x="1646926" y="2002335"/>
                    <a:pt x="1427391" y="1782800"/>
                    <a:pt x="1427391" y="1511989"/>
                  </a:cubicBezTo>
                  <a:cubicBezTo>
                    <a:pt x="1427391" y="1241178"/>
                    <a:pt x="1646926" y="1021643"/>
                    <a:pt x="1917737" y="1021643"/>
                  </a:cubicBezTo>
                  <a:close/>
                  <a:moveTo>
                    <a:pt x="1917737" y="827913"/>
                  </a:moveTo>
                  <a:cubicBezTo>
                    <a:pt x="1539932" y="827913"/>
                    <a:pt x="1233661" y="1134184"/>
                    <a:pt x="1233661" y="1511989"/>
                  </a:cubicBezTo>
                  <a:cubicBezTo>
                    <a:pt x="1233661" y="1889794"/>
                    <a:pt x="1539932" y="2196065"/>
                    <a:pt x="1917737" y="2196065"/>
                  </a:cubicBezTo>
                  <a:cubicBezTo>
                    <a:pt x="2295542" y="2196065"/>
                    <a:pt x="2601813" y="1889794"/>
                    <a:pt x="2601813" y="1511989"/>
                  </a:cubicBezTo>
                  <a:cubicBezTo>
                    <a:pt x="2601813" y="1134184"/>
                    <a:pt x="2295542" y="827913"/>
                    <a:pt x="1917737" y="827913"/>
                  </a:cubicBezTo>
                  <a:close/>
                  <a:moveTo>
                    <a:pt x="1112286" y="675885"/>
                  </a:moveTo>
                  <a:lnTo>
                    <a:pt x="1112286" y="830188"/>
                  </a:lnTo>
                  <a:lnTo>
                    <a:pt x="1328310" y="830188"/>
                  </a:lnTo>
                  <a:lnTo>
                    <a:pt x="1328310" y="675885"/>
                  </a:lnTo>
                  <a:close/>
                  <a:moveTo>
                    <a:pt x="2586084" y="626422"/>
                  </a:moveTo>
                  <a:lnTo>
                    <a:pt x="2586084" y="830188"/>
                  </a:lnTo>
                  <a:lnTo>
                    <a:pt x="3001340" y="830188"/>
                  </a:lnTo>
                  <a:lnTo>
                    <a:pt x="3001340" y="626422"/>
                  </a:lnTo>
                  <a:close/>
                  <a:moveTo>
                    <a:pt x="1593701" y="108218"/>
                  </a:moveTo>
                  <a:lnTo>
                    <a:pt x="1593701" y="432905"/>
                  </a:lnTo>
                  <a:lnTo>
                    <a:pt x="2241773" y="432905"/>
                  </a:lnTo>
                  <a:lnTo>
                    <a:pt x="2241773" y="108218"/>
                  </a:lnTo>
                  <a:close/>
                  <a:moveTo>
                    <a:pt x="1452512" y="0"/>
                  </a:moveTo>
                  <a:lnTo>
                    <a:pt x="2382963" y="0"/>
                  </a:lnTo>
                  <a:cubicBezTo>
                    <a:pt x="2433311" y="0"/>
                    <a:pt x="2474127" y="40816"/>
                    <a:pt x="2474127" y="91164"/>
                  </a:cubicBezTo>
                  <a:lnTo>
                    <a:pt x="2474127" y="432905"/>
                  </a:lnTo>
                  <a:lnTo>
                    <a:pt x="2933014" y="432905"/>
                  </a:lnTo>
                  <a:cubicBezTo>
                    <a:pt x="3073189" y="432905"/>
                    <a:pt x="3186824" y="546540"/>
                    <a:pt x="3186824" y="686715"/>
                  </a:cubicBezTo>
                  <a:lnTo>
                    <a:pt x="3186824" y="2194102"/>
                  </a:lnTo>
                  <a:cubicBezTo>
                    <a:pt x="3186824" y="2334277"/>
                    <a:pt x="3073189" y="2447912"/>
                    <a:pt x="2933014" y="2447912"/>
                  </a:cubicBezTo>
                  <a:lnTo>
                    <a:pt x="253810" y="2447912"/>
                  </a:lnTo>
                  <a:cubicBezTo>
                    <a:pt x="113635" y="2447912"/>
                    <a:pt x="0" y="2334277"/>
                    <a:pt x="0" y="2194102"/>
                  </a:cubicBezTo>
                  <a:lnTo>
                    <a:pt x="0" y="686715"/>
                  </a:lnTo>
                  <a:cubicBezTo>
                    <a:pt x="0" y="546540"/>
                    <a:pt x="113635" y="432905"/>
                    <a:pt x="253810" y="432905"/>
                  </a:cubicBezTo>
                  <a:lnTo>
                    <a:pt x="307082" y="432905"/>
                  </a:lnTo>
                  <a:lnTo>
                    <a:pt x="307082" y="313169"/>
                  </a:lnTo>
                  <a:cubicBezTo>
                    <a:pt x="307082" y="287995"/>
                    <a:pt x="327490" y="267587"/>
                    <a:pt x="352664" y="267587"/>
                  </a:cubicBezTo>
                  <a:lnTo>
                    <a:pt x="817888" y="267587"/>
                  </a:lnTo>
                  <a:cubicBezTo>
                    <a:pt x="843062" y="267587"/>
                    <a:pt x="863470" y="287995"/>
                    <a:pt x="863470" y="313169"/>
                  </a:cubicBezTo>
                  <a:lnTo>
                    <a:pt x="863470" y="432905"/>
                  </a:lnTo>
                  <a:lnTo>
                    <a:pt x="1361348" y="432905"/>
                  </a:lnTo>
                  <a:lnTo>
                    <a:pt x="1361348" y="91164"/>
                  </a:lnTo>
                  <a:cubicBezTo>
                    <a:pt x="1361348" y="40816"/>
                    <a:pt x="1402164" y="0"/>
                    <a:pt x="145251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3F610EDF-BCF0-4AE7-B86C-D2C3EF53DB0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00111" y="1049533"/>
              <a:ext cx="731520" cy="73152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3CF93267-6C99-45CE-AA46-5D173AF3B35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94085" y="2976107"/>
              <a:ext cx="731520" cy="73152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6" name="Oval 21">
              <a:extLst>
                <a:ext uri="{FF2B5EF4-FFF2-40B4-BE49-F238E27FC236}">
                  <a16:creationId xmlns:a16="http://schemas.microsoft.com/office/drawing/2014/main" id="{5937B235-1C6D-45CF-8D77-33FA66612735}"/>
                </a:ext>
              </a:extLst>
            </p:cNvPr>
            <p:cNvSpPr>
              <a:spLocks noChangeAspect="1"/>
            </p:cNvSpPr>
            <p:nvPr/>
          </p:nvSpPr>
          <p:spPr>
            <a:xfrm rot="20700000">
              <a:off x="4372073" y="3184444"/>
              <a:ext cx="387594" cy="314845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67" name="Rounded Rectangle 1">
              <a:extLst>
                <a:ext uri="{FF2B5EF4-FFF2-40B4-BE49-F238E27FC236}">
                  <a16:creationId xmlns:a16="http://schemas.microsoft.com/office/drawing/2014/main" id="{237F64B5-B950-4E02-84A2-6B67B6C81B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71492" y="1246727"/>
              <a:ext cx="200630" cy="338573"/>
            </a:xfrm>
            <a:custGeom>
              <a:avLst/>
              <a:gdLst/>
              <a:ahLst/>
              <a:cxnLst/>
              <a:rect l="l" t="t" r="r" b="b"/>
              <a:pathLst>
                <a:path w="2337548" h="3944720">
                  <a:moveTo>
                    <a:pt x="2013548" y="1242075"/>
                  </a:moveTo>
                  <a:lnTo>
                    <a:pt x="2337548" y="1242075"/>
                  </a:lnTo>
                  <a:lnTo>
                    <a:pt x="2337548" y="1945866"/>
                  </a:lnTo>
                  <a:lnTo>
                    <a:pt x="2337548" y="1962155"/>
                  </a:lnTo>
                  <a:lnTo>
                    <a:pt x="2336798" y="1962155"/>
                  </a:lnTo>
                  <a:cubicBezTo>
                    <a:pt x="2330129" y="2597501"/>
                    <a:pt x="1898450" y="3121603"/>
                    <a:pt x="1336990" y="3208701"/>
                  </a:cubicBezTo>
                  <a:lnTo>
                    <a:pt x="1336990" y="3620720"/>
                  </a:lnTo>
                  <a:lnTo>
                    <a:pt x="1895070" y="3620720"/>
                  </a:lnTo>
                  <a:lnTo>
                    <a:pt x="1895070" y="3944720"/>
                  </a:lnTo>
                  <a:lnTo>
                    <a:pt x="454910" y="3944720"/>
                  </a:lnTo>
                  <a:lnTo>
                    <a:pt x="454910" y="3620720"/>
                  </a:lnTo>
                  <a:lnTo>
                    <a:pt x="1012990" y="3620720"/>
                  </a:lnTo>
                  <a:lnTo>
                    <a:pt x="1012990" y="3210585"/>
                  </a:lnTo>
                  <a:cubicBezTo>
                    <a:pt x="447376" y="3129632"/>
                    <a:pt x="8655" y="2604919"/>
                    <a:pt x="389" y="1964536"/>
                  </a:cubicBezTo>
                  <a:lnTo>
                    <a:pt x="0" y="1964536"/>
                  </a:lnTo>
                  <a:lnTo>
                    <a:pt x="0" y="1244456"/>
                  </a:lnTo>
                  <a:lnTo>
                    <a:pt x="324000" y="1244456"/>
                  </a:lnTo>
                  <a:lnTo>
                    <a:pt x="324000" y="1964536"/>
                  </a:lnTo>
                  <a:lnTo>
                    <a:pt x="323361" y="1964536"/>
                  </a:lnTo>
                  <a:cubicBezTo>
                    <a:pt x="331926" y="2486037"/>
                    <a:pt x="710705" y="2903701"/>
                    <a:pt x="1173940" y="2900510"/>
                  </a:cubicBezTo>
                  <a:cubicBezTo>
                    <a:pt x="1634302" y="2897337"/>
                    <a:pt x="2006933" y="2479634"/>
                    <a:pt x="2014006" y="1962155"/>
                  </a:cubicBezTo>
                  <a:lnTo>
                    <a:pt x="2013548" y="1962155"/>
                  </a:lnTo>
                  <a:close/>
                  <a:moveTo>
                    <a:pt x="1168773" y="0"/>
                  </a:moveTo>
                  <a:cubicBezTo>
                    <a:pt x="1546536" y="0"/>
                    <a:pt x="1852773" y="306237"/>
                    <a:pt x="1852773" y="684000"/>
                  </a:cubicBezTo>
                  <a:lnTo>
                    <a:pt x="1852773" y="1980000"/>
                  </a:lnTo>
                  <a:cubicBezTo>
                    <a:pt x="1852773" y="2357763"/>
                    <a:pt x="1546536" y="2664000"/>
                    <a:pt x="1168773" y="2664000"/>
                  </a:cubicBezTo>
                  <a:cubicBezTo>
                    <a:pt x="791010" y="2664000"/>
                    <a:pt x="484773" y="2357763"/>
                    <a:pt x="484773" y="1980000"/>
                  </a:cubicBezTo>
                  <a:lnTo>
                    <a:pt x="484773" y="684000"/>
                  </a:lnTo>
                  <a:cubicBezTo>
                    <a:pt x="484773" y="306237"/>
                    <a:pt x="791010" y="0"/>
                    <a:pt x="116877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A22260CC-4221-4389-891F-922FF97BEE23}"/>
              </a:ext>
            </a:extLst>
          </p:cNvPr>
          <p:cNvSpPr txBox="1"/>
          <p:nvPr/>
        </p:nvSpPr>
        <p:spPr>
          <a:xfrm>
            <a:off x="4799748" y="3590197"/>
            <a:ext cx="1440000" cy="246221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*** Improve Filter</a:t>
            </a:r>
          </a:p>
        </p:txBody>
      </p:sp>
    </p:spTree>
    <p:extLst>
      <p:ext uri="{BB962C8B-B14F-4D97-AF65-F5344CB8AC3E}">
        <p14:creationId xmlns:p14="http://schemas.microsoft.com/office/powerpoint/2010/main" val="1032592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4592DAE-C1E1-41BE-8E4F-0BF52527F7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612" y="223837"/>
            <a:ext cx="6962775" cy="469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952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CAEEFEF-1795-408E-9F3B-9A9006566E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Gen Port Process</a:t>
            </a:r>
            <a:endParaRPr lang="th-TH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3BD0E013-3032-412C-94BA-4F47DDF4AC1B}"/>
              </a:ext>
            </a:extLst>
          </p:cNvPr>
          <p:cNvCxnSpPr>
            <a:cxnSpLocks/>
            <a:stCxn id="74" idx="2"/>
            <a:endCxn id="72" idx="6"/>
          </p:cNvCxnSpPr>
          <p:nvPr/>
        </p:nvCxnSpPr>
        <p:spPr>
          <a:xfrm rot="10800000" flipV="1">
            <a:off x="2188328" y="2032177"/>
            <a:ext cx="1905341" cy="1294415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E17A79C1-B250-4B82-9E75-E14CC3869C58}"/>
              </a:ext>
            </a:extLst>
          </p:cNvPr>
          <p:cNvSpPr txBox="1"/>
          <p:nvPr/>
        </p:nvSpPr>
        <p:spPr>
          <a:xfrm>
            <a:off x="1473775" y="2796706"/>
            <a:ext cx="846005" cy="261610"/>
          </a:xfrm>
          <a:prstGeom prst="rect">
            <a:avLst/>
          </a:prstGeom>
          <a:noFill/>
          <a:ln w="3175"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100" b="1" dirty="0">
                <a:solidFill>
                  <a:schemeClr val="accent1"/>
                </a:solidFill>
                <a:cs typeface="Arial" pitchFamily="34" charset="0"/>
              </a:rPr>
              <a:t>AS400</a:t>
            </a:r>
            <a:endParaRPr lang="ko-KR" altLang="en-US" sz="1100" b="1" dirty="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E42FA9B-F57C-45BB-A517-6317099B7041}"/>
              </a:ext>
            </a:extLst>
          </p:cNvPr>
          <p:cNvSpPr txBox="1"/>
          <p:nvPr/>
        </p:nvSpPr>
        <p:spPr>
          <a:xfrm>
            <a:off x="3484782" y="3293782"/>
            <a:ext cx="1974766" cy="276999"/>
          </a:xfrm>
          <a:prstGeom prst="rect">
            <a:avLst/>
          </a:prstGeom>
          <a:noFill/>
          <a:ln w="3175"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accent2"/>
                </a:solidFill>
                <a:cs typeface="Arial" pitchFamily="34" charset="0"/>
              </a:rPr>
              <a:t>Raw File</a:t>
            </a:r>
            <a:endParaRPr lang="ko-KR" altLang="en-US" sz="1200" b="1" dirty="0">
              <a:solidFill>
                <a:schemeClr val="accent2"/>
              </a:solidFill>
              <a:cs typeface="Arial" pitchFamily="34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F1E9A20C-A497-4D60-B271-283330EC0E44}"/>
              </a:ext>
            </a:extLst>
          </p:cNvPr>
          <p:cNvSpPr txBox="1"/>
          <p:nvPr/>
        </p:nvSpPr>
        <p:spPr>
          <a:xfrm>
            <a:off x="3449243" y="1297958"/>
            <a:ext cx="1974766" cy="276999"/>
          </a:xfrm>
          <a:prstGeom prst="rect">
            <a:avLst/>
          </a:prstGeom>
          <a:noFill/>
          <a:ln w="3175"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accent3"/>
                </a:solidFill>
                <a:cs typeface="Arial" pitchFamily="34" charset="0"/>
              </a:rPr>
              <a:t>Filter Management</a:t>
            </a:r>
            <a:endParaRPr lang="ko-KR" altLang="en-US" sz="1200" b="1" dirty="0">
              <a:solidFill>
                <a:schemeClr val="accent3"/>
              </a:solidFill>
              <a:cs typeface="Arial" pitchFamily="34" charset="0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C89CBA11-768D-4CE8-B691-717A0FFDB1C2}"/>
              </a:ext>
            </a:extLst>
          </p:cNvPr>
          <p:cNvSpPr txBox="1"/>
          <p:nvPr/>
        </p:nvSpPr>
        <p:spPr>
          <a:xfrm>
            <a:off x="6671301" y="4245443"/>
            <a:ext cx="1974766" cy="276999"/>
          </a:xfrm>
          <a:prstGeom prst="rect">
            <a:avLst/>
          </a:prstGeom>
          <a:noFill/>
          <a:ln w="3175"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accent4"/>
                </a:solidFill>
                <a:cs typeface="Arial" pitchFamily="34" charset="0"/>
              </a:rPr>
              <a:t>Autodial</a:t>
            </a:r>
            <a:endParaRPr lang="ko-KR" altLang="en-US" sz="1200" b="1" dirty="0">
              <a:solidFill>
                <a:schemeClr val="accent4"/>
              </a:solidFill>
              <a:cs typeface="Arial" pitchFamily="34" charset="0"/>
            </a:endParaRP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7D694E18-4F79-46FF-881A-E730ACB39389}"/>
              </a:ext>
            </a:extLst>
          </p:cNvPr>
          <p:cNvGrpSpPr/>
          <p:nvPr/>
        </p:nvGrpSpPr>
        <p:grpSpPr>
          <a:xfrm>
            <a:off x="1607141" y="3036000"/>
            <a:ext cx="581186" cy="581186"/>
            <a:chOff x="1404670" y="2070005"/>
            <a:chExt cx="581186" cy="581186"/>
          </a:xfrm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4C7DC116-F902-463A-BA8D-03A51446D8F1}"/>
                </a:ext>
              </a:extLst>
            </p:cNvPr>
            <p:cNvSpPr/>
            <p:nvPr/>
          </p:nvSpPr>
          <p:spPr>
            <a:xfrm>
              <a:off x="1404670" y="2070005"/>
              <a:ext cx="581186" cy="581186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pic>
          <p:nvPicPr>
            <p:cNvPr id="113" name="Graphic 112">
              <a:extLst>
                <a:ext uri="{FF2B5EF4-FFF2-40B4-BE49-F238E27FC236}">
                  <a16:creationId xmlns:a16="http://schemas.microsoft.com/office/drawing/2014/main" id="{F48AAF8C-311B-4B2B-A49F-76FDCA30D4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545617" y="2206229"/>
              <a:ext cx="308182" cy="308182"/>
            </a:xfrm>
            <a:prstGeom prst="rect">
              <a:avLst/>
            </a:prstGeom>
          </p:spPr>
        </p:pic>
      </p:grpSp>
      <p:sp>
        <p:nvSpPr>
          <p:cNvPr id="74" name="Oval 73">
            <a:extLst>
              <a:ext uri="{FF2B5EF4-FFF2-40B4-BE49-F238E27FC236}">
                <a16:creationId xmlns:a16="http://schemas.microsoft.com/office/drawing/2014/main" id="{AAAD1F25-81F8-4D5F-B3B8-31EDF8F8DEE3}"/>
              </a:ext>
            </a:extLst>
          </p:cNvPr>
          <p:cNvSpPr/>
          <p:nvPr/>
        </p:nvSpPr>
        <p:spPr>
          <a:xfrm>
            <a:off x="4093668" y="1731391"/>
            <a:ext cx="601573" cy="601573"/>
          </a:xfrm>
          <a:prstGeom prst="ellipse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EC45262A-07C5-4BC2-95E5-1875289333BC}"/>
              </a:ext>
            </a:extLst>
          </p:cNvPr>
          <p:cNvGrpSpPr/>
          <p:nvPr/>
        </p:nvGrpSpPr>
        <p:grpSpPr>
          <a:xfrm>
            <a:off x="4217060" y="1877737"/>
            <a:ext cx="381982" cy="370457"/>
            <a:chOff x="2373927" y="439998"/>
            <a:chExt cx="4396146" cy="4263506"/>
          </a:xfrm>
        </p:grpSpPr>
        <p:sp>
          <p:nvSpPr>
            <p:cNvPr id="116" name="Up Arrow 3">
              <a:extLst>
                <a:ext uri="{FF2B5EF4-FFF2-40B4-BE49-F238E27FC236}">
                  <a16:creationId xmlns:a16="http://schemas.microsoft.com/office/drawing/2014/main" id="{FA0C3DE7-384A-4FE8-82B4-D98515440EBA}"/>
                </a:ext>
              </a:extLst>
            </p:cNvPr>
            <p:cNvSpPr/>
            <p:nvPr/>
          </p:nvSpPr>
          <p:spPr>
            <a:xfrm rot="10800000">
              <a:off x="4133056" y="3180214"/>
              <a:ext cx="851759" cy="1523290"/>
            </a:xfrm>
            <a:prstGeom prst="upArrow">
              <a:avLst/>
            </a:prstGeom>
            <a:solidFill>
              <a:schemeClr val="accent2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27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B29B2D7D-13D7-4BFC-B8EF-610FAA24CEA9}"/>
                </a:ext>
              </a:extLst>
            </p:cNvPr>
            <p:cNvGrpSpPr/>
            <p:nvPr/>
          </p:nvGrpSpPr>
          <p:grpSpPr>
            <a:xfrm>
              <a:off x="2373927" y="439998"/>
              <a:ext cx="4396146" cy="3463297"/>
              <a:chOff x="1806022" y="2656735"/>
              <a:chExt cx="3988343" cy="3142032"/>
            </a:xfrm>
          </p:grpSpPr>
          <p:sp>
            <p:nvSpPr>
              <p:cNvPr id="130" name="Oval 129">
                <a:extLst>
                  <a:ext uri="{FF2B5EF4-FFF2-40B4-BE49-F238E27FC236}">
                    <a16:creationId xmlns:a16="http://schemas.microsoft.com/office/drawing/2014/main" id="{D89B1324-B905-4962-BC79-1D56A4FEDDEB}"/>
                  </a:ext>
                </a:extLst>
              </p:cNvPr>
              <p:cNvSpPr/>
              <p:nvPr/>
            </p:nvSpPr>
            <p:spPr>
              <a:xfrm>
                <a:off x="1978223" y="2781114"/>
                <a:ext cx="3643942" cy="1270086"/>
              </a:xfrm>
              <a:prstGeom prst="ellipse">
                <a:avLst/>
              </a:prstGeom>
              <a:solidFill>
                <a:schemeClr val="bg1">
                  <a:lumMod val="65000"/>
                  <a:alpha val="40000"/>
                </a:schemeClr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2EEF67FE-14EC-4193-80AC-07962ACB25AB}"/>
                  </a:ext>
                </a:extLst>
              </p:cNvPr>
              <p:cNvSpPr/>
              <p:nvPr/>
            </p:nvSpPr>
            <p:spPr>
              <a:xfrm>
                <a:off x="1806022" y="2656735"/>
                <a:ext cx="3988343" cy="3142032"/>
              </a:xfrm>
              <a:custGeom>
                <a:avLst/>
                <a:gdLst>
                  <a:gd name="connsiteX0" fmla="*/ 2388104 w 4776206"/>
                  <a:gd name="connsiteY0" fmla="*/ 148949 h 3762713"/>
                  <a:gd name="connsiteX1" fmla="*/ 206218 w 4776206"/>
                  <a:gd name="connsiteY1" fmla="*/ 909440 h 3762713"/>
                  <a:gd name="connsiteX2" fmla="*/ 2388104 w 4776206"/>
                  <a:gd name="connsiteY2" fmla="*/ 1669931 h 3762713"/>
                  <a:gd name="connsiteX3" fmla="*/ 4569990 w 4776206"/>
                  <a:gd name="connsiteY3" fmla="*/ 909440 h 3762713"/>
                  <a:gd name="connsiteX4" fmla="*/ 2388104 w 4776206"/>
                  <a:gd name="connsiteY4" fmla="*/ 148949 h 3762713"/>
                  <a:gd name="connsiteX5" fmla="*/ 2388103 w 4776206"/>
                  <a:gd name="connsiteY5" fmla="*/ 0 h 3762713"/>
                  <a:gd name="connsiteX6" fmla="*/ 4776206 w 4776206"/>
                  <a:gd name="connsiteY6" fmla="*/ 918941 h 3762713"/>
                  <a:gd name="connsiteX7" fmla="*/ 4763876 w 4776206"/>
                  <a:gd name="connsiteY7" fmla="*/ 1012898 h 3762713"/>
                  <a:gd name="connsiteX8" fmla="*/ 4757696 w 4776206"/>
                  <a:gd name="connsiteY8" fmla="*/ 1028481 h 3762713"/>
                  <a:gd name="connsiteX9" fmla="*/ 4659107 w 4776206"/>
                  <a:gd name="connsiteY9" fmla="*/ 1202441 h 3762713"/>
                  <a:gd name="connsiteX10" fmla="*/ 3006423 w 4776206"/>
                  <a:gd name="connsiteY10" fmla="*/ 3657627 h 3762713"/>
                  <a:gd name="connsiteX11" fmla="*/ 3000542 w 4776206"/>
                  <a:gd name="connsiteY11" fmla="*/ 3657627 h 3762713"/>
                  <a:gd name="connsiteX12" fmla="*/ 2997113 w 4776206"/>
                  <a:gd name="connsiteY12" fmla="*/ 3664350 h 3762713"/>
                  <a:gd name="connsiteX13" fmla="*/ 2386594 w 4776206"/>
                  <a:gd name="connsiteY13" fmla="*/ 3762713 h 3762713"/>
                  <a:gd name="connsiteX14" fmla="*/ 1776075 w 4776206"/>
                  <a:gd name="connsiteY14" fmla="*/ 3664350 h 3762713"/>
                  <a:gd name="connsiteX15" fmla="*/ 1772646 w 4776206"/>
                  <a:gd name="connsiteY15" fmla="*/ 3657627 h 3762713"/>
                  <a:gd name="connsiteX16" fmla="*/ 1769783 w 4776206"/>
                  <a:gd name="connsiteY16" fmla="*/ 3657627 h 3762713"/>
                  <a:gd name="connsiteX17" fmla="*/ 117099 w 4776206"/>
                  <a:gd name="connsiteY17" fmla="*/ 1202441 h 3762713"/>
                  <a:gd name="connsiteX18" fmla="*/ 18511 w 4776206"/>
                  <a:gd name="connsiteY18" fmla="*/ 1028481 h 3762713"/>
                  <a:gd name="connsiteX19" fmla="*/ 12330 w 4776206"/>
                  <a:gd name="connsiteY19" fmla="*/ 1012898 h 3762713"/>
                  <a:gd name="connsiteX20" fmla="*/ 0 w 4776206"/>
                  <a:gd name="connsiteY20" fmla="*/ 918941 h 3762713"/>
                  <a:gd name="connsiteX21" fmla="*/ 2388103 w 4776206"/>
                  <a:gd name="connsiteY21" fmla="*/ 0 h 3762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776206" h="3762713">
                    <a:moveTo>
                      <a:pt x="2388104" y="148949"/>
                    </a:moveTo>
                    <a:cubicBezTo>
                      <a:pt x="1183082" y="148949"/>
                      <a:pt x="206218" y="489432"/>
                      <a:pt x="206218" y="909440"/>
                    </a:cubicBezTo>
                    <a:cubicBezTo>
                      <a:pt x="206218" y="1329448"/>
                      <a:pt x="1183082" y="1669931"/>
                      <a:pt x="2388104" y="1669931"/>
                    </a:cubicBezTo>
                    <a:cubicBezTo>
                      <a:pt x="3593126" y="1669931"/>
                      <a:pt x="4569990" y="1329448"/>
                      <a:pt x="4569990" y="909440"/>
                    </a:cubicBezTo>
                    <a:cubicBezTo>
                      <a:pt x="4569990" y="489432"/>
                      <a:pt x="3593126" y="148949"/>
                      <a:pt x="2388104" y="148949"/>
                    </a:cubicBezTo>
                    <a:close/>
                    <a:moveTo>
                      <a:pt x="2388103" y="0"/>
                    </a:moveTo>
                    <a:cubicBezTo>
                      <a:pt x="3707016" y="0"/>
                      <a:pt x="4776206" y="411424"/>
                      <a:pt x="4776206" y="918941"/>
                    </a:cubicBezTo>
                    <a:cubicBezTo>
                      <a:pt x="4776206" y="950661"/>
                      <a:pt x="4772029" y="982005"/>
                      <a:pt x="4763876" y="1012898"/>
                    </a:cubicBezTo>
                    <a:lnTo>
                      <a:pt x="4757696" y="1028481"/>
                    </a:lnTo>
                    <a:lnTo>
                      <a:pt x="4659107" y="1202441"/>
                    </a:lnTo>
                    <a:lnTo>
                      <a:pt x="3006423" y="3657627"/>
                    </a:lnTo>
                    <a:lnTo>
                      <a:pt x="3000542" y="3657627"/>
                    </a:lnTo>
                    <a:lnTo>
                      <a:pt x="2997113" y="3664350"/>
                    </a:lnTo>
                    <a:cubicBezTo>
                      <a:pt x="2939004" y="3720486"/>
                      <a:pt x="2687745" y="3762713"/>
                      <a:pt x="2386594" y="3762713"/>
                    </a:cubicBezTo>
                    <a:cubicBezTo>
                      <a:pt x="2085443" y="3762713"/>
                      <a:pt x="1834184" y="3720486"/>
                      <a:pt x="1776075" y="3664350"/>
                    </a:cubicBezTo>
                    <a:lnTo>
                      <a:pt x="1772646" y="3657627"/>
                    </a:lnTo>
                    <a:lnTo>
                      <a:pt x="1769783" y="3657627"/>
                    </a:lnTo>
                    <a:lnTo>
                      <a:pt x="117099" y="1202441"/>
                    </a:lnTo>
                    <a:lnTo>
                      <a:pt x="18511" y="1028481"/>
                    </a:lnTo>
                    <a:lnTo>
                      <a:pt x="12330" y="1012898"/>
                    </a:lnTo>
                    <a:cubicBezTo>
                      <a:pt x="4177" y="982005"/>
                      <a:pt x="0" y="950661"/>
                      <a:pt x="0" y="918941"/>
                    </a:cubicBezTo>
                    <a:cubicBezTo>
                      <a:pt x="0" y="411424"/>
                      <a:pt x="1069190" y="0"/>
                      <a:pt x="2388103" y="0"/>
                    </a:cubicBezTo>
                    <a:close/>
                  </a:path>
                </a:pathLst>
              </a:custGeom>
              <a:solidFill>
                <a:schemeClr val="bg1">
                  <a:alpha val="40000"/>
                </a:schemeClr>
              </a:solidFill>
              <a:ln w="952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</p:grp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E74C5895-CF4C-4226-8DE4-4068A1A79D1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20181" y="1035348"/>
              <a:ext cx="731520" cy="7315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D17C87F6-C759-4FBC-A602-5F250630BF0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57133" y="2011730"/>
              <a:ext cx="731520" cy="7315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CA61EA25-3663-434B-A541-B6E98BE0923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837064" y="2011730"/>
              <a:ext cx="731520" cy="73152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CBEFD1DD-EA58-44B8-9204-E191629B2BD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80043" y="1047353"/>
              <a:ext cx="731520" cy="73152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22" name="Rounded Rectangle 5">
              <a:extLst>
                <a:ext uri="{FF2B5EF4-FFF2-40B4-BE49-F238E27FC236}">
                  <a16:creationId xmlns:a16="http://schemas.microsoft.com/office/drawing/2014/main" id="{732D8497-746B-4BDC-9AE3-40CCE6A810AD}"/>
                </a:ext>
              </a:extLst>
            </p:cNvPr>
            <p:cNvSpPr/>
            <p:nvPr/>
          </p:nvSpPr>
          <p:spPr>
            <a:xfrm flipH="1">
              <a:off x="5657823" y="1261666"/>
              <a:ext cx="375960" cy="310144"/>
            </a:xfrm>
            <a:custGeom>
              <a:avLst/>
              <a:gdLst>
                <a:gd name="connsiteX0" fmla="*/ 1384251 w 3217557"/>
                <a:gd name="connsiteY0" fmla="*/ 661544 h 2702049"/>
                <a:gd name="connsiteX1" fmla="*/ 1574067 w 3217557"/>
                <a:gd name="connsiteY1" fmla="*/ 851360 h 2702049"/>
                <a:gd name="connsiteX2" fmla="*/ 1384251 w 3217557"/>
                <a:gd name="connsiteY2" fmla="*/ 1041176 h 2702049"/>
                <a:gd name="connsiteX3" fmla="*/ 1194435 w 3217557"/>
                <a:gd name="connsiteY3" fmla="*/ 851360 h 2702049"/>
                <a:gd name="connsiteX4" fmla="*/ 1384251 w 3217557"/>
                <a:gd name="connsiteY4" fmla="*/ 661544 h 2702049"/>
                <a:gd name="connsiteX5" fmla="*/ 1993421 w 3217557"/>
                <a:gd name="connsiteY5" fmla="*/ 661544 h 2702049"/>
                <a:gd name="connsiteX6" fmla="*/ 2183237 w 3217557"/>
                <a:gd name="connsiteY6" fmla="*/ 851360 h 2702049"/>
                <a:gd name="connsiteX7" fmla="*/ 1993421 w 3217557"/>
                <a:gd name="connsiteY7" fmla="*/ 1041176 h 2702049"/>
                <a:gd name="connsiteX8" fmla="*/ 1803605 w 3217557"/>
                <a:gd name="connsiteY8" fmla="*/ 851360 h 2702049"/>
                <a:gd name="connsiteX9" fmla="*/ 1993421 w 3217557"/>
                <a:gd name="connsiteY9" fmla="*/ 661544 h 2702049"/>
                <a:gd name="connsiteX10" fmla="*/ 2602591 w 3217557"/>
                <a:gd name="connsiteY10" fmla="*/ 661544 h 2702049"/>
                <a:gd name="connsiteX11" fmla="*/ 2792407 w 3217557"/>
                <a:gd name="connsiteY11" fmla="*/ 851360 h 2702049"/>
                <a:gd name="connsiteX12" fmla="*/ 2602591 w 3217557"/>
                <a:gd name="connsiteY12" fmla="*/ 1041176 h 2702049"/>
                <a:gd name="connsiteX13" fmla="*/ 2412775 w 3217557"/>
                <a:gd name="connsiteY13" fmla="*/ 851360 h 2702049"/>
                <a:gd name="connsiteX14" fmla="*/ 2602591 w 3217557"/>
                <a:gd name="connsiteY14" fmla="*/ 661544 h 2702049"/>
                <a:gd name="connsiteX15" fmla="*/ 677114 w 3217557"/>
                <a:gd name="connsiteY15" fmla="*/ 569491 h 2702049"/>
                <a:gd name="connsiteX16" fmla="*/ 330916 w 3217557"/>
                <a:gd name="connsiteY16" fmla="*/ 569491 h 2702049"/>
                <a:gd name="connsiteX17" fmla="*/ 0 w 3217557"/>
                <a:gd name="connsiteY17" fmla="*/ 900407 h 2702049"/>
                <a:gd name="connsiteX18" fmla="*/ 0 w 3217557"/>
                <a:gd name="connsiteY18" fmla="*/ 1952009 h 2702049"/>
                <a:gd name="connsiteX19" fmla="*/ 330916 w 3217557"/>
                <a:gd name="connsiteY19" fmla="*/ 2282925 h 2702049"/>
                <a:gd name="connsiteX20" fmla="*/ 711670 w 3217557"/>
                <a:gd name="connsiteY20" fmla="*/ 2282925 h 2702049"/>
                <a:gd name="connsiteX21" fmla="*/ 15770 w 3217557"/>
                <a:gd name="connsiteY21" fmla="*/ 2702049 h 2702049"/>
                <a:gd name="connsiteX22" fmla="*/ 1294529 w 3217557"/>
                <a:gd name="connsiteY22" fmla="*/ 2282925 h 2702049"/>
                <a:gd name="connsiteX23" fmla="*/ 2117356 w 3217557"/>
                <a:gd name="connsiteY23" fmla="*/ 2282925 h 2702049"/>
                <a:gd name="connsiteX24" fmla="*/ 2418395 w 3217557"/>
                <a:gd name="connsiteY24" fmla="*/ 2087951 h 2702049"/>
                <a:gd name="connsiteX25" fmla="*/ 1830857 w 3217557"/>
                <a:gd name="connsiteY25" fmla="*/ 1799347 h 2702049"/>
                <a:gd name="connsiteX26" fmla="*/ 1008030 w 3217557"/>
                <a:gd name="connsiteY26" fmla="*/ 1799347 h 2702049"/>
                <a:gd name="connsiteX27" fmla="*/ 677114 w 3217557"/>
                <a:gd name="connsiteY27" fmla="*/ 1468431 h 2702049"/>
                <a:gd name="connsiteX28" fmla="*/ 677114 w 3217557"/>
                <a:gd name="connsiteY28" fmla="*/ 569491 h 2702049"/>
                <a:gd name="connsiteX29" fmla="*/ 2886641 w 3217557"/>
                <a:gd name="connsiteY29" fmla="*/ 0 h 2702049"/>
                <a:gd name="connsiteX30" fmla="*/ 1100201 w 3217557"/>
                <a:gd name="connsiteY30" fmla="*/ 0 h 2702049"/>
                <a:gd name="connsiteX31" fmla="*/ 769285 w 3217557"/>
                <a:gd name="connsiteY31" fmla="*/ 330916 h 2702049"/>
                <a:gd name="connsiteX32" fmla="*/ 769285 w 3217557"/>
                <a:gd name="connsiteY32" fmla="*/ 1382518 h 2702049"/>
                <a:gd name="connsiteX33" fmla="*/ 1100201 w 3217557"/>
                <a:gd name="connsiteY33" fmla="*/ 1713434 h 2702049"/>
                <a:gd name="connsiteX34" fmla="*/ 1923028 w 3217557"/>
                <a:gd name="connsiteY34" fmla="*/ 1713434 h 2702049"/>
                <a:gd name="connsiteX35" fmla="*/ 3078958 w 3217557"/>
                <a:gd name="connsiteY35" fmla="*/ 2077967 h 2702049"/>
                <a:gd name="connsiteX36" fmla="*/ 2505887 w 3217557"/>
                <a:gd name="connsiteY36" fmla="*/ 1713434 h 2702049"/>
                <a:gd name="connsiteX37" fmla="*/ 2886641 w 3217557"/>
                <a:gd name="connsiteY37" fmla="*/ 1713434 h 2702049"/>
                <a:gd name="connsiteX38" fmla="*/ 3217557 w 3217557"/>
                <a:gd name="connsiteY38" fmla="*/ 1382518 h 2702049"/>
                <a:gd name="connsiteX39" fmla="*/ 3217557 w 3217557"/>
                <a:gd name="connsiteY39" fmla="*/ 330916 h 2702049"/>
                <a:gd name="connsiteX40" fmla="*/ 2886641 w 3217557"/>
                <a:gd name="connsiteY40" fmla="*/ 0 h 2702049"/>
                <a:gd name="connsiteX0" fmla="*/ 1384251 w 3217557"/>
                <a:gd name="connsiteY0" fmla="*/ 661544 h 2702049"/>
                <a:gd name="connsiteX1" fmla="*/ 1574067 w 3217557"/>
                <a:gd name="connsiteY1" fmla="*/ 851360 h 2702049"/>
                <a:gd name="connsiteX2" fmla="*/ 1384251 w 3217557"/>
                <a:gd name="connsiteY2" fmla="*/ 1041176 h 2702049"/>
                <a:gd name="connsiteX3" fmla="*/ 1194435 w 3217557"/>
                <a:gd name="connsiteY3" fmla="*/ 851360 h 2702049"/>
                <a:gd name="connsiteX4" fmla="*/ 1384251 w 3217557"/>
                <a:gd name="connsiteY4" fmla="*/ 661544 h 2702049"/>
                <a:gd name="connsiteX5" fmla="*/ 1993421 w 3217557"/>
                <a:gd name="connsiteY5" fmla="*/ 661544 h 2702049"/>
                <a:gd name="connsiteX6" fmla="*/ 2183237 w 3217557"/>
                <a:gd name="connsiteY6" fmla="*/ 851360 h 2702049"/>
                <a:gd name="connsiteX7" fmla="*/ 1993421 w 3217557"/>
                <a:gd name="connsiteY7" fmla="*/ 1041176 h 2702049"/>
                <a:gd name="connsiteX8" fmla="*/ 1803605 w 3217557"/>
                <a:gd name="connsiteY8" fmla="*/ 851360 h 2702049"/>
                <a:gd name="connsiteX9" fmla="*/ 1993421 w 3217557"/>
                <a:gd name="connsiteY9" fmla="*/ 661544 h 2702049"/>
                <a:gd name="connsiteX10" fmla="*/ 2602591 w 3217557"/>
                <a:gd name="connsiteY10" fmla="*/ 661544 h 2702049"/>
                <a:gd name="connsiteX11" fmla="*/ 2792407 w 3217557"/>
                <a:gd name="connsiteY11" fmla="*/ 851360 h 2702049"/>
                <a:gd name="connsiteX12" fmla="*/ 2602591 w 3217557"/>
                <a:gd name="connsiteY12" fmla="*/ 1041176 h 2702049"/>
                <a:gd name="connsiteX13" fmla="*/ 2412775 w 3217557"/>
                <a:gd name="connsiteY13" fmla="*/ 851360 h 2702049"/>
                <a:gd name="connsiteX14" fmla="*/ 2602591 w 3217557"/>
                <a:gd name="connsiteY14" fmla="*/ 661544 h 2702049"/>
                <a:gd name="connsiteX15" fmla="*/ 677114 w 3217557"/>
                <a:gd name="connsiteY15" fmla="*/ 569491 h 2702049"/>
                <a:gd name="connsiteX16" fmla="*/ 330916 w 3217557"/>
                <a:gd name="connsiteY16" fmla="*/ 569491 h 2702049"/>
                <a:gd name="connsiteX17" fmla="*/ 0 w 3217557"/>
                <a:gd name="connsiteY17" fmla="*/ 900407 h 2702049"/>
                <a:gd name="connsiteX18" fmla="*/ 0 w 3217557"/>
                <a:gd name="connsiteY18" fmla="*/ 1952009 h 2702049"/>
                <a:gd name="connsiteX19" fmla="*/ 330916 w 3217557"/>
                <a:gd name="connsiteY19" fmla="*/ 2282925 h 2702049"/>
                <a:gd name="connsiteX20" fmla="*/ 711670 w 3217557"/>
                <a:gd name="connsiteY20" fmla="*/ 2282925 h 2702049"/>
                <a:gd name="connsiteX21" fmla="*/ 15770 w 3217557"/>
                <a:gd name="connsiteY21" fmla="*/ 2702049 h 2702049"/>
                <a:gd name="connsiteX22" fmla="*/ 1294529 w 3217557"/>
                <a:gd name="connsiteY22" fmla="*/ 2282925 h 2702049"/>
                <a:gd name="connsiteX23" fmla="*/ 2117356 w 3217557"/>
                <a:gd name="connsiteY23" fmla="*/ 2282925 h 2702049"/>
                <a:gd name="connsiteX24" fmla="*/ 2418395 w 3217557"/>
                <a:gd name="connsiteY24" fmla="*/ 2087951 h 2702049"/>
                <a:gd name="connsiteX25" fmla="*/ 1830857 w 3217557"/>
                <a:gd name="connsiteY25" fmla="*/ 1799347 h 2702049"/>
                <a:gd name="connsiteX26" fmla="*/ 1008030 w 3217557"/>
                <a:gd name="connsiteY26" fmla="*/ 1799347 h 2702049"/>
                <a:gd name="connsiteX27" fmla="*/ 677114 w 3217557"/>
                <a:gd name="connsiteY27" fmla="*/ 1468431 h 2702049"/>
                <a:gd name="connsiteX28" fmla="*/ 677114 w 3217557"/>
                <a:gd name="connsiteY28" fmla="*/ 569491 h 2702049"/>
                <a:gd name="connsiteX29" fmla="*/ 2886641 w 3217557"/>
                <a:gd name="connsiteY29" fmla="*/ 0 h 2702049"/>
                <a:gd name="connsiteX30" fmla="*/ 1100201 w 3217557"/>
                <a:gd name="connsiteY30" fmla="*/ 0 h 2702049"/>
                <a:gd name="connsiteX31" fmla="*/ 769285 w 3217557"/>
                <a:gd name="connsiteY31" fmla="*/ 330916 h 2702049"/>
                <a:gd name="connsiteX32" fmla="*/ 769285 w 3217557"/>
                <a:gd name="connsiteY32" fmla="*/ 1382518 h 2702049"/>
                <a:gd name="connsiteX33" fmla="*/ 1100201 w 3217557"/>
                <a:gd name="connsiteY33" fmla="*/ 1713434 h 2702049"/>
                <a:gd name="connsiteX34" fmla="*/ 1923028 w 3217557"/>
                <a:gd name="connsiteY34" fmla="*/ 1713434 h 2702049"/>
                <a:gd name="connsiteX35" fmla="*/ 3078958 w 3217557"/>
                <a:gd name="connsiteY35" fmla="*/ 2077967 h 2702049"/>
                <a:gd name="connsiteX36" fmla="*/ 2505887 w 3217557"/>
                <a:gd name="connsiteY36" fmla="*/ 1713434 h 2702049"/>
                <a:gd name="connsiteX37" fmla="*/ 2886641 w 3217557"/>
                <a:gd name="connsiteY37" fmla="*/ 1713434 h 2702049"/>
                <a:gd name="connsiteX38" fmla="*/ 3217557 w 3217557"/>
                <a:gd name="connsiteY38" fmla="*/ 1382518 h 2702049"/>
                <a:gd name="connsiteX39" fmla="*/ 3217557 w 3217557"/>
                <a:gd name="connsiteY39" fmla="*/ 330916 h 2702049"/>
                <a:gd name="connsiteX40" fmla="*/ 2886641 w 3217557"/>
                <a:gd name="connsiteY40" fmla="*/ 0 h 2702049"/>
                <a:gd name="connsiteX0" fmla="*/ 1384251 w 3217557"/>
                <a:gd name="connsiteY0" fmla="*/ 661544 h 2633810"/>
                <a:gd name="connsiteX1" fmla="*/ 1574067 w 3217557"/>
                <a:gd name="connsiteY1" fmla="*/ 851360 h 2633810"/>
                <a:gd name="connsiteX2" fmla="*/ 1384251 w 3217557"/>
                <a:gd name="connsiteY2" fmla="*/ 1041176 h 2633810"/>
                <a:gd name="connsiteX3" fmla="*/ 1194435 w 3217557"/>
                <a:gd name="connsiteY3" fmla="*/ 851360 h 2633810"/>
                <a:gd name="connsiteX4" fmla="*/ 1384251 w 3217557"/>
                <a:gd name="connsiteY4" fmla="*/ 661544 h 2633810"/>
                <a:gd name="connsiteX5" fmla="*/ 1993421 w 3217557"/>
                <a:gd name="connsiteY5" fmla="*/ 661544 h 2633810"/>
                <a:gd name="connsiteX6" fmla="*/ 2183237 w 3217557"/>
                <a:gd name="connsiteY6" fmla="*/ 851360 h 2633810"/>
                <a:gd name="connsiteX7" fmla="*/ 1993421 w 3217557"/>
                <a:gd name="connsiteY7" fmla="*/ 1041176 h 2633810"/>
                <a:gd name="connsiteX8" fmla="*/ 1803605 w 3217557"/>
                <a:gd name="connsiteY8" fmla="*/ 851360 h 2633810"/>
                <a:gd name="connsiteX9" fmla="*/ 1993421 w 3217557"/>
                <a:gd name="connsiteY9" fmla="*/ 661544 h 2633810"/>
                <a:gd name="connsiteX10" fmla="*/ 2602591 w 3217557"/>
                <a:gd name="connsiteY10" fmla="*/ 661544 h 2633810"/>
                <a:gd name="connsiteX11" fmla="*/ 2792407 w 3217557"/>
                <a:gd name="connsiteY11" fmla="*/ 851360 h 2633810"/>
                <a:gd name="connsiteX12" fmla="*/ 2602591 w 3217557"/>
                <a:gd name="connsiteY12" fmla="*/ 1041176 h 2633810"/>
                <a:gd name="connsiteX13" fmla="*/ 2412775 w 3217557"/>
                <a:gd name="connsiteY13" fmla="*/ 851360 h 2633810"/>
                <a:gd name="connsiteX14" fmla="*/ 2602591 w 3217557"/>
                <a:gd name="connsiteY14" fmla="*/ 661544 h 2633810"/>
                <a:gd name="connsiteX15" fmla="*/ 677114 w 3217557"/>
                <a:gd name="connsiteY15" fmla="*/ 569491 h 2633810"/>
                <a:gd name="connsiteX16" fmla="*/ 330916 w 3217557"/>
                <a:gd name="connsiteY16" fmla="*/ 569491 h 2633810"/>
                <a:gd name="connsiteX17" fmla="*/ 0 w 3217557"/>
                <a:gd name="connsiteY17" fmla="*/ 900407 h 2633810"/>
                <a:gd name="connsiteX18" fmla="*/ 0 w 3217557"/>
                <a:gd name="connsiteY18" fmla="*/ 1952009 h 2633810"/>
                <a:gd name="connsiteX19" fmla="*/ 330916 w 3217557"/>
                <a:gd name="connsiteY19" fmla="*/ 2282925 h 2633810"/>
                <a:gd name="connsiteX20" fmla="*/ 711670 w 3217557"/>
                <a:gd name="connsiteY20" fmla="*/ 2282925 h 2633810"/>
                <a:gd name="connsiteX21" fmla="*/ 165895 w 3217557"/>
                <a:gd name="connsiteY21" fmla="*/ 2633810 h 2633810"/>
                <a:gd name="connsiteX22" fmla="*/ 1294529 w 3217557"/>
                <a:gd name="connsiteY22" fmla="*/ 2282925 h 2633810"/>
                <a:gd name="connsiteX23" fmla="*/ 2117356 w 3217557"/>
                <a:gd name="connsiteY23" fmla="*/ 2282925 h 2633810"/>
                <a:gd name="connsiteX24" fmla="*/ 2418395 w 3217557"/>
                <a:gd name="connsiteY24" fmla="*/ 2087951 h 2633810"/>
                <a:gd name="connsiteX25" fmla="*/ 1830857 w 3217557"/>
                <a:gd name="connsiteY25" fmla="*/ 1799347 h 2633810"/>
                <a:gd name="connsiteX26" fmla="*/ 1008030 w 3217557"/>
                <a:gd name="connsiteY26" fmla="*/ 1799347 h 2633810"/>
                <a:gd name="connsiteX27" fmla="*/ 677114 w 3217557"/>
                <a:gd name="connsiteY27" fmla="*/ 1468431 h 2633810"/>
                <a:gd name="connsiteX28" fmla="*/ 677114 w 3217557"/>
                <a:gd name="connsiteY28" fmla="*/ 569491 h 2633810"/>
                <a:gd name="connsiteX29" fmla="*/ 2886641 w 3217557"/>
                <a:gd name="connsiteY29" fmla="*/ 0 h 2633810"/>
                <a:gd name="connsiteX30" fmla="*/ 1100201 w 3217557"/>
                <a:gd name="connsiteY30" fmla="*/ 0 h 2633810"/>
                <a:gd name="connsiteX31" fmla="*/ 769285 w 3217557"/>
                <a:gd name="connsiteY31" fmla="*/ 330916 h 2633810"/>
                <a:gd name="connsiteX32" fmla="*/ 769285 w 3217557"/>
                <a:gd name="connsiteY32" fmla="*/ 1382518 h 2633810"/>
                <a:gd name="connsiteX33" fmla="*/ 1100201 w 3217557"/>
                <a:gd name="connsiteY33" fmla="*/ 1713434 h 2633810"/>
                <a:gd name="connsiteX34" fmla="*/ 1923028 w 3217557"/>
                <a:gd name="connsiteY34" fmla="*/ 1713434 h 2633810"/>
                <a:gd name="connsiteX35" fmla="*/ 3078958 w 3217557"/>
                <a:gd name="connsiteY35" fmla="*/ 2077967 h 2633810"/>
                <a:gd name="connsiteX36" fmla="*/ 2505887 w 3217557"/>
                <a:gd name="connsiteY36" fmla="*/ 1713434 h 2633810"/>
                <a:gd name="connsiteX37" fmla="*/ 2886641 w 3217557"/>
                <a:gd name="connsiteY37" fmla="*/ 1713434 h 2633810"/>
                <a:gd name="connsiteX38" fmla="*/ 3217557 w 3217557"/>
                <a:gd name="connsiteY38" fmla="*/ 1382518 h 2633810"/>
                <a:gd name="connsiteX39" fmla="*/ 3217557 w 3217557"/>
                <a:gd name="connsiteY39" fmla="*/ 330916 h 2633810"/>
                <a:gd name="connsiteX40" fmla="*/ 2886641 w 3217557"/>
                <a:gd name="connsiteY40" fmla="*/ 0 h 2633810"/>
                <a:gd name="connsiteX0" fmla="*/ 1384251 w 3217557"/>
                <a:gd name="connsiteY0" fmla="*/ 661544 h 2633810"/>
                <a:gd name="connsiteX1" fmla="*/ 1574067 w 3217557"/>
                <a:gd name="connsiteY1" fmla="*/ 851360 h 2633810"/>
                <a:gd name="connsiteX2" fmla="*/ 1384251 w 3217557"/>
                <a:gd name="connsiteY2" fmla="*/ 1041176 h 2633810"/>
                <a:gd name="connsiteX3" fmla="*/ 1194435 w 3217557"/>
                <a:gd name="connsiteY3" fmla="*/ 851360 h 2633810"/>
                <a:gd name="connsiteX4" fmla="*/ 1384251 w 3217557"/>
                <a:gd name="connsiteY4" fmla="*/ 661544 h 2633810"/>
                <a:gd name="connsiteX5" fmla="*/ 1993421 w 3217557"/>
                <a:gd name="connsiteY5" fmla="*/ 661544 h 2633810"/>
                <a:gd name="connsiteX6" fmla="*/ 2183237 w 3217557"/>
                <a:gd name="connsiteY6" fmla="*/ 851360 h 2633810"/>
                <a:gd name="connsiteX7" fmla="*/ 1993421 w 3217557"/>
                <a:gd name="connsiteY7" fmla="*/ 1041176 h 2633810"/>
                <a:gd name="connsiteX8" fmla="*/ 1803605 w 3217557"/>
                <a:gd name="connsiteY8" fmla="*/ 851360 h 2633810"/>
                <a:gd name="connsiteX9" fmla="*/ 1993421 w 3217557"/>
                <a:gd name="connsiteY9" fmla="*/ 661544 h 2633810"/>
                <a:gd name="connsiteX10" fmla="*/ 2602591 w 3217557"/>
                <a:gd name="connsiteY10" fmla="*/ 661544 h 2633810"/>
                <a:gd name="connsiteX11" fmla="*/ 2792407 w 3217557"/>
                <a:gd name="connsiteY11" fmla="*/ 851360 h 2633810"/>
                <a:gd name="connsiteX12" fmla="*/ 2602591 w 3217557"/>
                <a:gd name="connsiteY12" fmla="*/ 1041176 h 2633810"/>
                <a:gd name="connsiteX13" fmla="*/ 2412775 w 3217557"/>
                <a:gd name="connsiteY13" fmla="*/ 851360 h 2633810"/>
                <a:gd name="connsiteX14" fmla="*/ 2602591 w 3217557"/>
                <a:gd name="connsiteY14" fmla="*/ 661544 h 2633810"/>
                <a:gd name="connsiteX15" fmla="*/ 677114 w 3217557"/>
                <a:gd name="connsiteY15" fmla="*/ 569491 h 2633810"/>
                <a:gd name="connsiteX16" fmla="*/ 330916 w 3217557"/>
                <a:gd name="connsiteY16" fmla="*/ 569491 h 2633810"/>
                <a:gd name="connsiteX17" fmla="*/ 0 w 3217557"/>
                <a:gd name="connsiteY17" fmla="*/ 900407 h 2633810"/>
                <a:gd name="connsiteX18" fmla="*/ 0 w 3217557"/>
                <a:gd name="connsiteY18" fmla="*/ 1952009 h 2633810"/>
                <a:gd name="connsiteX19" fmla="*/ 330916 w 3217557"/>
                <a:gd name="connsiteY19" fmla="*/ 2282925 h 2633810"/>
                <a:gd name="connsiteX20" fmla="*/ 711670 w 3217557"/>
                <a:gd name="connsiteY20" fmla="*/ 2282925 h 2633810"/>
                <a:gd name="connsiteX21" fmla="*/ 165895 w 3217557"/>
                <a:gd name="connsiteY21" fmla="*/ 2633810 h 2633810"/>
                <a:gd name="connsiteX22" fmla="*/ 1294529 w 3217557"/>
                <a:gd name="connsiteY22" fmla="*/ 2282925 h 2633810"/>
                <a:gd name="connsiteX23" fmla="*/ 2117356 w 3217557"/>
                <a:gd name="connsiteY23" fmla="*/ 2282925 h 2633810"/>
                <a:gd name="connsiteX24" fmla="*/ 2418395 w 3217557"/>
                <a:gd name="connsiteY24" fmla="*/ 2087951 h 2633810"/>
                <a:gd name="connsiteX25" fmla="*/ 1830857 w 3217557"/>
                <a:gd name="connsiteY25" fmla="*/ 1799347 h 2633810"/>
                <a:gd name="connsiteX26" fmla="*/ 1008030 w 3217557"/>
                <a:gd name="connsiteY26" fmla="*/ 1799347 h 2633810"/>
                <a:gd name="connsiteX27" fmla="*/ 677114 w 3217557"/>
                <a:gd name="connsiteY27" fmla="*/ 1468431 h 2633810"/>
                <a:gd name="connsiteX28" fmla="*/ 677114 w 3217557"/>
                <a:gd name="connsiteY28" fmla="*/ 569491 h 2633810"/>
                <a:gd name="connsiteX29" fmla="*/ 2886641 w 3217557"/>
                <a:gd name="connsiteY29" fmla="*/ 0 h 2633810"/>
                <a:gd name="connsiteX30" fmla="*/ 1100201 w 3217557"/>
                <a:gd name="connsiteY30" fmla="*/ 0 h 2633810"/>
                <a:gd name="connsiteX31" fmla="*/ 769285 w 3217557"/>
                <a:gd name="connsiteY31" fmla="*/ 330916 h 2633810"/>
                <a:gd name="connsiteX32" fmla="*/ 769285 w 3217557"/>
                <a:gd name="connsiteY32" fmla="*/ 1382518 h 2633810"/>
                <a:gd name="connsiteX33" fmla="*/ 1100201 w 3217557"/>
                <a:gd name="connsiteY33" fmla="*/ 1713434 h 2633810"/>
                <a:gd name="connsiteX34" fmla="*/ 1923028 w 3217557"/>
                <a:gd name="connsiteY34" fmla="*/ 1713434 h 2633810"/>
                <a:gd name="connsiteX35" fmla="*/ 3078958 w 3217557"/>
                <a:gd name="connsiteY35" fmla="*/ 2077967 h 2633810"/>
                <a:gd name="connsiteX36" fmla="*/ 2505887 w 3217557"/>
                <a:gd name="connsiteY36" fmla="*/ 1713434 h 2633810"/>
                <a:gd name="connsiteX37" fmla="*/ 2886641 w 3217557"/>
                <a:gd name="connsiteY37" fmla="*/ 1713434 h 2633810"/>
                <a:gd name="connsiteX38" fmla="*/ 3217557 w 3217557"/>
                <a:gd name="connsiteY38" fmla="*/ 1382518 h 2633810"/>
                <a:gd name="connsiteX39" fmla="*/ 3217557 w 3217557"/>
                <a:gd name="connsiteY39" fmla="*/ 330916 h 2633810"/>
                <a:gd name="connsiteX40" fmla="*/ 2886641 w 3217557"/>
                <a:gd name="connsiteY40" fmla="*/ 0 h 2633810"/>
                <a:gd name="connsiteX0" fmla="*/ 1384251 w 3217557"/>
                <a:gd name="connsiteY0" fmla="*/ 661544 h 2633810"/>
                <a:gd name="connsiteX1" fmla="*/ 1574067 w 3217557"/>
                <a:gd name="connsiteY1" fmla="*/ 851360 h 2633810"/>
                <a:gd name="connsiteX2" fmla="*/ 1384251 w 3217557"/>
                <a:gd name="connsiteY2" fmla="*/ 1041176 h 2633810"/>
                <a:gd name="connsiteX3" fmla="*/ 1194435 w 3217557"/>
                <a:gd name="connsiteY3" fmla="*/ 851360 h 2633810"/>
                <a:gd name="connsiteX4" fmla="*/ 1384251 w 3217557"/>
                <a:gd name="connsiteY4" fmla="*/ 661544 h 2633810"/>
                <a:gd name="connsiteX5" fmla="*/ 1993421 w 3217557"/>
                <a:gd name="connsiteY5" fmla="*/ 661544 h 2633810"/>
                <a:gd name="connsiteX6" fmla="*/ 2183237 w 3217557"/>
                <a:gd name="connsiteY6" fmla="*/ 851360 h 2633810"/>
                <a:gd name="connsiteX7" fmla="*/ 1993421 w 3217557"/>
                <a:gd name="connsiteY7" fmla="*/ 1041176 h 2633810"/>
                <a:gd name="connsiteX8" fmla="*/ 1803605 w 3217557"/>
                <a:gd name="connsiteY8" fmla="*/ 851360 h 2633810"/>
                <a:gd name="connsiteX9" fmla="*/ 1993421 w 3217557"/>
                <a:gd name="connsiteY9" fmla="*/ 661544 h 2633810"/>
                <a:gd name="connsiteX10" fmla="*/ 2602591 w 3217557"/>
                <a:gd name="connsiteY10" fmla="*/ 661544 h 2633810"/>
                <a:gd name="connsiteX11" fmla="*/ 2792407 w 3217557"/>
                <a:gd name="connsiteY11" fmla="*/ 851360 h 2633810"/>
                <a:gd name="connsiteX12" fmla="*/ 2602591 w 3217557"/>
                <a:gd name="connsiteY12" fmla="*/ 1041176 h 2633810"/>
                <a:gd name="connsiteX13" fmla="*/ 2412775 w 3217557"/>
                <a:gd name="connsiteY13" fmla="*/ 851360 h 2633810"/>
                <a:gd name="connsiteX14" fmla="*/ 2602591 w 3217557"/>
                <a:gd name="connsiteY14" fmla="*/ 661544 h 2633810"/>
                <a:gd name="connsiteX15" fmla="*/ 677114 w 3217557"/>
                <a:gd name="connsiteY15" fmla="*/ 569491 h 2633810"/>
                <a:gd name="connsiteX16" fmla="*/ 330916 w 3217557"/>
                <a:gd name="connsiteY16" fmla="*/ 569491 h 2633810"/>
                <a:gd name="connsiteX17" fmla="*/ 0 w 3217557"/>
                <a:gd name="connsiteY17" fmla="*/ 900407 h 2633810"/>
                <a:gd name="connsiteX18" fmla="*/ 0 w 3217557"/>
                <a:gd name="connsiteY18" fmla="*/ 1952009 h 2633810"/>
                <a:gd name="connsiteX19" fmla="*/ 330916 w 3217557"/>
                <a:gd name="connsiteY19" fmla="*/ 2282925 h 2633810"/>
                <a:gd name="connsiteX20" fmla="*/ 711670 w 3217557"/>
                <a:gd name="connsiteY20" fmla="*/ 2282925 h 2633810"/>
                <a:gd name="connsiteX21" fmla="*/ 165895 w 3217557"/>
                <a:gd name="connsiteY21" fmla="*/ 2633810 h 2633810"/>
                <a:gd name="connsiteX22" fmla="*/ 1294529 w 3217557"/>
                <a:gd name="connsiteY22" fmla="*/ 2282925 h 2633810"/>
                <a:gd name="connsiteX23" fmla="*/ 2117356 w 3217557"/>
                <a:gd name="connsiteY23" fmla="*/ 2282925 h 2633810"/>
                <a:gd name="connsiteX24" fmla="*/ 2418395 w 3217557"/>
                <a:gd name="connsiteY24" fmla="*/ 2087951 h 2633810"/>
                <a:gd name="connsiteX25" fmla="*/ 1830857 w 3217557"/>
                <a:gd name="connsiteY25" fmla="*/ 1799347 h 2633810"/>
                <a:gd name="connsiteX26" fmla="*/ 1008030 w 3217557"/>
                <a:gd name="connsiteY26" fmla="*/ 1799347 h 2633810"/>
                <a:gd name="connsiteX27" fmla="*/ 677114 w 3217557"/>
                <a:gd name="connsiteY27" fmla="*/ 1468431 h 2633810"/>
                <a:gd name="connsiteX28" fmla="*/ 677114 w 3217557"/>
                <a:gd name="connsiteY28" fmla="*/ 569491 h 2633810"/>
                <a:gd name="connsiteX29" fmla="*/ 2886641 w 3217557"/>
                <a:gd name="connsiteY29" fmla="*/ 0 h 2633810"/>
                <a:gd name="connsiteX30" fmla="*/ 1100201 w 3217557"/>
                <a:gd name="connsiteY30" fmla="*/ 0 h 2633810"/>
                <a:gd name="connsiteX31" fmla="*/ 769285 w 3217557"/>
                <a:gd name="connsiteY31" fmla="*/ 330916 h 2633810"/>
                <a:gd name="connsiteX32" fmla="*/ 769285 w 3217557"/>
                <a:gd name="connsiteY32" fmla="*/ 1382518 h 2633810"/>
                <a:gd name="connsiteX33" fmla="*/ 1100201 w 3217557"/>
                <a:gd name="connsiteY33" fmla="*/ 1713434 h 2633810"/>
                <a:gd name="connsiteX34" fmla="*/ 1923028 w 3217557"/>
                <a:gd name="connsiteY34" fmla="*/ 1713434 h 2633810"/>
                <a:gd name="connsiteX35" fmla="*/ 3078958 w 3217557"/>
                <a:gd name="connsiteY35" fmla="*/ 2077967 h 2633810"/>
                <a:gd name="connsiteX36" fmla="*/ 2505887 w 3217557"/>
                <a:gd name="connsiteY36" fmla="*/ 1713434 h 2633810"/>
                <a:gd name="connsiteX37" fmla="*/ 2886641 w 3217557"/>
                <a:gd name="connsiteY37" fmla="*/ 1713434 h 2633810"/>
                <a:gd name="connsiteX38" fmla="*/ 3217557 w 3217557"/>
                <a:gd name="connsiteY38" fmla="*/ 1382518 h 2633810"/>
                <a:gd name="connsiteX39" fmla="*/ 3217557 w 3217557"/>
                <a:gd name="connsiteY39" fmla="*/ 330916 h 2633810"/>
                <a:gd name="connsiteX40" fmla="*/ 2886641 w 3217557"/>
                <a:gd name="connsiteY40" fmla="*/ 0 h 2633810"/>
                <a:gd name="connsiteX0" fmla="*/ 1384251 w 3217557"/>
                <a:gd name="connsiteY0" fmla="*/ 661544 h 2654282"/>
                <a:gd name="connsiteX1" fmla="*/ 1574067 w 3217557"/>
                <a:gd name="connsiteY1" fmla="*/ 851360 h 2654282"/>
                <a:gd name="connsiteX2" fmla="*/ 1384251 w 3217557"/>
                <a:gd name="connsiteY2" fmla="*/ 1041176 h 2654282"/>
                <a:gd name="connsiteX3" fmla="*/ 1194435 w 3217557"/>
                <a:gd name="connsiteY3" fmla="*/ 851360 h 2654282"/>
                <a:gd name="connsiteX4" fmla="*/ 1384251 w 3217557"/>
                <a:gd name="connsiteY4" fmla="*/ 661544 h 2654282"/>
                <a:gd name="connsiteX5" fmla="*/ 1993421 w 3217557"/>
                <a:gd name="connsiteY5" fmla="*/ 661544 h 2654282"/>
                <a:gd name="connsiteX6" fmla="*/ 2183237 w 3217557"/>
                <a:gd name="connsiteY6" fmla="*/ 851360 h 2654282"/>
                <a:gd name="connsiteX7" fmla="*/ 1993421 w 3217557"/>
                <a:gd name="connsiteY7" fmla="*/ 1041176 h 2654282"/>
                <a:gd name="connsiteX8" fmla="*/ 1803605 w 3217557"/>
                <a:gd name="connsiteY8" fmla="*/ 851360 h 2654282"/>
                <a:gd name="connsiteX9" fmla="*/ 1993421 w 3217557"/>
                <a:gd name="connsiteY9" fmla="*/ 661544 h 2654282"/>
                <a:gd name="connsiteX10" fmla="*/ 2602591 w 3217557"/>
                <a:gd name="connsiteY10" fmla="*/ 661544 h 2654282"/>
                <a:gd name="connsiteX11" fmla="*/ 2792407 w 3217557"/>
                <a:gd name="connsiteY11" fmla="*/ 851360 h 2654282"/>
                <a:gd name="connsiteX12" fmla="*/ 2602591 w 3217557"/>
                <a:gd name="connsiteY12" fmla="*/ 1041176 h 2654282"/>
                <a:gd name="connsiteX13" fmla="*/ 2412775 w 3217557"/>
                <a:gd name="connsiteY13" fmla="*/ 851360 h 2654282"/>
                <a:gd name="connsiteX14" fmla="*/ 2602591 w 3217557"/>
                <a:gd name="connsiteY14" fmla="*/ 661544 h 2654282"/>
                <a:gd name="connsiteX15" fmla="*/ 677114 w 3217557"/>
                <a:gd name="connsiteY15" fmla="*/ 569491 h 2654282"/>
                <a:gd name="connsiteX16" fmla="*/ 330916 w 3217557"/>
                <a:gd name="connsiteY16" fmla="*/ 569491 h 2654282"/>
                <a:gd name="connsiteX17" fmla="*/ 0 w 3217557"/>
                <a:gd name="connsiteY17" fmla="*/ 900407 h 2654282"/>
                <a:gd name="connsiteX18" fmla="*/ 0 w 3217557"/>
                <a:gd name="connsiteY18" fmla="*/ 1952009 h 2654282"/>
                <a:gd name="connsiteX19" fmla="*/ 330916 w 3217557"/>
                <a:gd name="connsiteY19" fmla="*/ 2282925 h 2654282"/>
                <a:gd name="connsiteX20" fmla="*/ 711670 w 3217557"/>
                <a:gd name="connsiteY20" fmla="*/ 2282925 h 2654282"/>
                <a:gd name="connsiteX21" fmla="*/ 275077 w 3217557"/>
                <a:gd name="connsiteY21" fmla="*/ 2654282 h 2654282"/>
                <a:gd name="connsiteX22" fmla="*/ 1294529 w 3217557"/>
                <a:gd name="connsiteY22" fmla="*/ 2282925 h 2654282"/>
                <a:gd name="connsiteX23" fmla="*/ 2117356 w 3217557"/>
                <a:gd name="connsiteY23" fmla="*/ 2282925 h 2654282"/>
                <a:gd name="connsiteX24" fmla="*/ 2418395 w 3217557"/>
                <a:gd name="connsiteY24" fmla="*/ 2087951 h 2654282"/>
                <a:gd name="connsiteX25" fmla="*/ 1830857 w 3217557"/>
                <a:gd name="connsiteY25" fmla="*/ 1799347 h 2654282"/>
                <a:gd name="connsiteX26" fmla="*/ 1008030 w 3217557"/>
                <a:gd name="connsiteY26" fmla="*/ 1799347 h 2654282"/>
                <a:gd name="connsiteX27" fmla="*/ 677114 w 3217557"/>
                <a:gd name="connsiteY27" fmla="*/ 1468431 h 2654282"/>
                <a:gd name="connsiteX28" fmla="*/ 677114 w 3217557"/>
                <a:gd name="connsiteY28" fmla="*/ 569491 h 2654282"/>
                <a:gd name="connsiteX29" fmla="*/ 2886641 w 3217557"/>
                <a:gd name="connsiteY29" fmla="*/ 0 h 2654282"/>
                <a:gd name="connsiteX30" fmla="*/ 1100201 w 3217557"/>
                <a:gd name="connsiteY30" fmla="*/ 0 h 2654282"/>
                <a:gd name="connsiteX31" fmla="*/ 769285 w 3217557"/>
                <a:gd name="connsiteY31" fmla="*/ 330916 h 2654282"/>
                <a:gd name="connsiteX32" fmla="*/ 769285 w 3217557"/>
                <a:gd name="connsiteY32" fmla="*/ 1382518 h 2654282"/>
                <a:gd name="connsiteX33" fmla="*/ 1100201 w 3217557"/>
                <a:gd name="connsiteY33" fmla="*/ 1713434 h 2654282"/>
                <a:gd name="connsiteX34" fmla="*/ 1923028 w 3217557"/>
                <a:gd name="connsiteY34" fmla="*/ 1713434 h 2654282"/>
                <a:gd name="connsiteX35" fmla="*/ 3078958 w 3217557"/>
                <a:gd name="connsiteY35" fmla="*/ 2077967 h 2654282"/>
                <a:gd name="connsiteX36" fmla="*/ 2505887 w 3217557"/>
                <a:gd name="connsiteY36" fmla="*/ 1713434 h 2654282"/>
                <a:gd name="connsiteX37" fmla="*/ 2886641 w 3217557"/>
                <a:gd name="connsiteY37" fmla="*/ 1713434 h 2654282"/>
                <a:gd name="connsiteX38" fmla="*/ 3217557 w 3217557"/>
                <a:gd name="connsiteY38" fmla="*/ 1382518 h 2654282"/>
                <a:gd name="connsiteX39" fmla="*/ 3217557 w 3217557"/>
                <a:gd name="connsiteY39" fmla="*/ 330916 h 2654282"/>
                <a:gd name="connsiteX40" fmla="*/ 2886641 w 3217557"/>
                <a:gd name="connsiteY40" fmla="*/ 0 h 2654282"/>
                <a:gd name="connsiteX0" fmla="*/ 1384251 w 3217557"/>
                <a:gd name="connsiteY0" fmla="*/ 661544 h 2654282"/>
                <a:gd name="connsiteX1" fmla="*/ 1574067 w 3217557"/>
                <a:gd name="connsiteY1" fmla="*/ 851360 h 2654282"/>
                <a:gd name="connsiteX2" fmla="*/ 1384251 w 3217557"/>
                <a:gd name="connsiteY2" fmla="*/ 1041176 h 2654282"/>
                <a:gd name="connsiteX3" fmla="*/ 1194435 w 3217557"/>
                <a:gd name="connsiteY3" fmla="*/ 851360 h 2654282"/>
                <a:gd name="connsiteX4" fmla="*/ 1384251 w 3217557"/>
                <a:gd name="connsiteY4" fmla="*/ 661544 h 2654282"/>
                <a:gd name="connsiteX5" fmla="*/ 1993421 w 3217557"/>
                <a:gd name="connsiteY5" fmla="*/ 661544 h 2654282"/>
                <a:gd name="connsiteX6" fmla="*/ 2183237 w 3217557"/>
                <a:gd name="connsiteY6" fmla="*/ 851360 h 2654282"/>
                <a:gd name="connsiteX7" fmla="*/ 1993421 w 3217557"/>
                <a:gd name="connsiteY7" fmla="*/ 1041176 h 2654282"/>
                <a:gd name="connsiteX8" fmla="*/ 1803605 w 3217557"/>
                <a:gd name="connsiteY8" fmla="*/ 851360 h 2654282"/>
                <a:gd name="connsiteX9" fmla="*/ 1993421 w 3217557"/>
                <a:gd name="connsiteY9" fmla="*/ 661544 h 2654282"/>
                <a:gd name="connsiteX10" fmla="*/ 2602591 w 3217557"/>
                <a:gd name="connsiteY10" fmla="*/ 661544 h 2654282"/>
                <a:gd name="connsiteX11" fmla="*/ 2792407 w 3217557"/>
                <a:gd name="connsiteY11" fmla="*/ 851360 h 2654282"/>
                <a:gd name="connsiteX12" fmla="*/ 2602591 w 3217557"/>
                <a:gd name="connsiteY12" fmla="*/ 1041176 h 2654282"/>
                <a:gd name="connsiteX13" fmla="*/ 2412775 w 3217557"/>
                <a:gd name="connsiteY13" fmla="*/ 851360 h 2654282"/>
                <a:gd name="connsiteX14" fmla="*/ 2602591 w 3217557"/>
                <a:gd name="connsiteY14" fmla="*/ 661544 h 2654282"/>
                <a:gd name="connsiteX15" fmla="*/ 677114 w 3217557"/>
                <a:gd name="connsiteY15" fmla="*/ 569491 h 2654282"/>
                <a:gd name="connsiteX16" fmla="*/ 330916 w 3217557"/>
                <a:gd name="connsiteY16" fmla="*/ 569491 h 2654282"/>
                <a:gd name="connsiteX17" fmla="*/ 0 w 3217557"/>
                <a:gd name="connsiteY17" fmla="*/ 900407 h 2654282"/>
                <a:gd name="connsiteX18" fmla="*/ 0 w 3217557"/>
                <a:gd name="connsiteY18" fmla="*/ 1952009 h 2654282"/>
                <a:gd name="connsiteX19" fmla="*/ 330916 w 3217557"/>
                <a:gd name="connsiteY19" fmla="*/ 2282925 h 2654282"/>
                <a:gd name="connsiteX20" fmla="*/ 711670 w 3217557"/>
                <a:gd name="connsiteY20" fmla="*/ 2282925 h 2654282"/>
                <a:gd name="connsiteX21" fmla="*/ 275077 w 3217557"/>
                <a:gd name="connsiteY21" fmla="*/ 2654282 h 2654282"/>
                <a:gd name="connsiteX22" fmla="*/ 1294529 w 3217557"/>
                <a:gd name="connsiteY22" fmla="*/ 2282925 h 2654282"/>
                <a:gd name="connsiteX23" fmla="*/ 2117356 w 3217557"/>
                <a:gd name="connsiteY23" fmla="*/ 2282925 h 2654282"/>
                <a:gd name="connsiteX24" fmla="*/ 2418395 w 3217557"/>
                <a:gd name="connsiteY24" fmla="*/ 2087951 h 2654282"/>
                <a:gd name="connsiteX25" fmla="*/ 1830857 w 3217557"/>
                <a:gd name="connsiteY25" fmla="*/ 1799347 h 2654282"/>
                <a:gd name="connsiteX26" fmla="*/ 1008030 w 3217557"/>
                <a:gd name="connsiteY26" fmla="*/ 1799347 h 2654282"/>
                <a:gd name="connsiteX27" fmla="*/ 677114 w 3217557"/>
                <a:gd name="connsiteY27" fmla="*/ 1468431 h 2654282"/>
                <a:gd name="connsiteX28" fmla="*/ 677114 w 3217557"/>
                <a:gd name="connsiteY28" fmla="*/ 569491 h 2654282"/>
                <a:gd name="connsiteX29" fmla="*/ 2886641 w 3217557"/>
                <a:gd name="connsiteY29" fmla="*/ 0 h 2654282"/>
                <a:gd name="connsiteX30" fmla="*/ 1100201 w 3217557"/>
                <a:gd name="connsiteY30" fmla="*/ 0 h 2654282"/>
                <a:gd name="connsiteX31" fmla="*/ 769285 w 3217557"/>
                <a:gd name="connsiteY31" fmla="*/ 330916 h 2654282"/>
                <a:gd name="connsiteX32" fmla="*/ 769285 w 3217557"/>
                <a:gd name="connsiteY32" fmla="*/ 1382518 h 2654282"/>
                <a:gd name="connsiteX33" fmla="*/ 1100201 w 3217557"/>
                <a:gd name="connsiteY33" fmla="*/ 1713434 h 2654282"/>
                <a:gd name="connsiteX34" fmla="*/ 1923028 w 3217557"/>
                <a:gd name="connsiteY34" fmla="*/ 1713434 h 2654282"/>
                <a:gd name="connsiteX35" fmla="*/ 3078958 w 3217557"/>
                <a:gd name="connsiteY35" fmla="*/ 2077967 h 2654282"/>
                <a:gd name="connsiteX36" fmla="*/ 2505887 w 3217557"/>
                <a:gd name="connsiteY36" fmla="*/ 1713434 h 2654282"/>
                <a:gd name="connsiteX37" fmla="*/ 2886641 w 3217557"/>
                <a:gd name="connsiteY37" fmla="*/ 1713434 h 2654282"/>
                <a:gd name="connsiteX38" fmla="*/ 3217557 w 3217557"/>
                <a:gd name="connsiteY38" fmla="*/ 1382518 h 2654282"/>
                <a:gd name="connsiteX39" fmla="*/ 3217557 w 3217557"/>
                <a:gd name="connsiteY39" fmla="*/ 330916 h 2654282"/>
                <a:gd name="connsiteX40" fmla="*/ 2886641 w 3217557"/>
                <a:gd name="connsiteY40" fmla="*/ 0 h 2654282"/>
                <a:gd name="connsiteX0" fmla="*/ 1384251 w 3217557"/>
                <a:gd name="connsiteY0" fmla="*/ 661544 h 2654282"/>
                <a:gd name="connsiteX1" fmla="*/ 1574067 w 3217557"/>
                <a:gd name="connsiteY1" fmla="*/ 851360 h 2654282"/>
                <a:gd name="connsiteX2" fmla="*/ 1384251 w 3217557"/>
                <a:gd name="connsiteY2" fmla="*/ 1041176 h 2654282"/>
                <a:gd name="connsiteX3" fmla="*/ 1194435 w 3217557"/>
                <a:gd name="connsiteY3" fmla="*/ 851360 h 2654282"/>
                <a:gd name="connsiteX4" fmla="*/ 1384251 w 3217557"/>
                <a:gd name="connsiteY4" fmla="*/ 661544 h 2654282"/>
                <a:gd name="connsiteX5" fmla="*/ 1993421 w 3217557"/>
                <a:gd name="connsiteY5" fmla="*/ 661544 h 2654282"/>
                <a:gd name="connsiteX6" fmla="*/ 2183237 w 3217557"/>
                <a:gd name="connsiteY6" fmla="*/ 851360 h 2654282"/>
                <a:gd name="connsiteX7" fmla="*/ 1993421 w 3217557"/>
                <a:gd name="connsiteY7" fmla="*/ 1041176 h 2654282"/>
                <a:gd name="connsiteX8" fmla="*/ 1803605 w 3217557"/>
                <a:gd name="connsiteY8" fmla="*/ 851360 h 2654282"/>
                <a:gd name="connsiteX9" fmla="*/ 1993421 w 3217557"/>
                <a:gd name="connsiteY9" fmla="*/ 661544 h 2654282"/>
                <a:gd name="connsiteX10" fmla="*/ 2602591 w 3217557"/>
                <a:gd name="connsiteY10" fmla="*/ 661544 h 2654282"/>
                <a:gd name="connsiteX11" fmla="*/ 2792407 w 3217557"/>
                <a:gd name="connsiteY11" fmla="*/ 851360 h 2654282"/>
                <a:gd name="connsiteX12" fmla="*/ 2602591 w 3217557"/>
                <a:gd name="connsiteY12" fmla="*/ 1041176 h 2654282"/>
                <a:gd name="connsiteX13" fmla="*/ 2412775 w 3217557"/>
                <a:gd name="connsiteY13" fmla="*/ 851360 h 2654282"/>
                <a:gd name="connsiteX14" fmla="*/ 2602591 w 3217557"/>
                <a:gd name="connsiteY14" fmla="*/ 661544 h 2654282"/>
                <a:gd name="connsiteX15" fmla="*/ 677114 w 3217557"/>
                <a:gd name="connsiteY15" fmla="*/ 569491 h 2654282"/>
                <a:gd name="connsiteX16" fmla="*/ 330916 w 3217557"/>
                <a:gd name="connsiteY16" fmla="*/ 569491 h 2654282"/>
                <a:gd name="connsiteX17" fmla="*/ 0 w 3217557"/>
                <a:gd name="connsiteY17" fmla="*/ 900407 h 2654282"/>
                <a:gd name="connsiteX18" fmla="*/ 0 w 3217557"/>
                <a:gd name="connsiteY18" fmla="*/ 1952009 h 2654282"/>
                <a:gd name="connsiteX19" fmla="*/ 330916 w 3217557"/>
                <a:gd name="connsiteY19" fmla="*/ 2282925 h 2654282"/>
                <a:gd name="connsiteX20" fmla="*/ 711670 w 3217557"/>
                <a:gd name="connsiteY20" fmla="*/ 2282925 h 2654282"/>
                <a:gd name="connsiteX21" fmla="*/ 275077 w 3217557"/>
                <a:gd name="connsiteY21" fmla="*/ 2654282 h 2654282"/>
                <a:gd name="connsiteX22" fmla="*/ 1294529 w 3217557"/>
                <a:gd name="connsiteY22" fmla="*/ 2282925 h 2654282"/>
                <a:gd name="connsiteX23" fmla="*/ 2117356 w 3217557"/>
                <a:gd name="connsiteY23" fmla="*/ 2282925 h 2654282"/>
                <a:gd name="connsiteX24" fmla="*/ 2418395 w 3217557"/>
                <a:gd name="connsiteY24" fmla="*/ 2087951 h 2654282"/>
                <a:gd name="connsiteX25" fmla="*/ 1830857 w 3217557"/>
                <a:gd name="connsiteY25" fmla="*/ 1799347 h 2654282"/>
                <a:gd name="connsiteX26" fmla="*/ 1008030 w 3217557"/>
                <a:gd name="connsiteY26" fmla="*/ 1799347 h 2654282"/>
                <a:gd name="connsiteX27" fmla="*/ 677114 w 3217557"/>
                <a:gd name="connsiteY27" fmla="*/ 1468431 h 2654282"/>
                <a:gd name="connsiteX28" fmla="*/ 677114 w 3217557"/>
                <a:gd name="connsiteY28" fmla="*/ 569491 h 2654282"/>
                <a:gd name="connsiteX29" fmla="*/ 2886641 w 3217557"/>
                <a:gd name="connsiteY29" fmla="*/ 0 h 2654282"/>
                <a:gd name="connsiteX30" fmla="*/ 1100201 w 3217557"/>
                <a:gd name="connsiteY30" fmla="*/ 0 h 2654282"/>
                <a:gd name="connsiteX31" fmla="*/ 769285 w 3217557"/>
                <a:gd name="connsiteY31" fmla="*/ 330916 h 2654282"/>
                <a:gd name="connsiteX32" fmla="*/ 769285 w 3217557"/>
                <a:gd name="connsiteY32" fmla="*/ 1382518 h 2654282"/>
                <a:gd name="connsiteX33" fmla="*/ 1100201 w 3217557"/>
                <a:gd name="connsiteY33" fmla="*/ 1713434 h 2654282"/>
                <a:gd name="connsiteX34" fmla="*/ 1923028 w 3217557"/>
                <a:gd name="connsiteY34" fmla="*/ 1713434 h 2654282"/>
                <a:gd name="connsiteX35" fmla="*/ 3078958 w 3217557"/>
                <a:gd name="connsiteY35" fmla="*/ 2077967 h 2654282"/>
                <a:gd name="connsiteX36" fmla="*/ 2505887 w 3217557"/>
                <a:gd name="connsiteY36" fmla="*/ 1713434 h 2654282"/>
                <a:gd name="connsiteX37" fmla="*/ 2886641 w 3217557"/>
                <a:gd name="connsiteY37" fmla="*/ 1713434 h 2654282"/>
                <a:gd name="connsiteX38" fmla="*/ 3217557 w 3217557"/>
                <a:gd name="connsiteY38" fmla="*/ 1382518 h 2654282"/>
                <a:gd name="connsiteX39" fmla="*/ 3217557 w 3217557"/>
                <a:gd name="connsiteY39" fmla="*/ 330916 h 2654282"/>
                <a:gd name="connsiteX40" fmla="*/ 2886641 w 3217557"/>
                <a:gd name="connsiteY40" fmla="*/ 0 h 2654282"/>
                <a:gd name="connsiteX0" fmla="*/ 1384251 w 3217557"/>
                <a:gd name="connsiteY0" fmla="*/ 661544 h 2654282"/>
                <a:gd name="connsiteX1" fmla="*/ 1574067 w 3217557"/>
                <a:gd name="connsiteY1" fmla="*/ 851360 h 2654282"/>
                <a:gd name="connsiteX2" fmla="*/ 1384251 w 3217557"/>
                <a:gd name="connsiteY2" fmla="*/ 1041176 h 2654282"/>
                <a:gd name="connsiteX3" fmla="*/ 1194435 w 3217557"/>
                <a:gd name="connsiteY3" fmla="*/ 851360 h 2654282"/>
                <a:gd name="connsiteX4" fmla="*/ 1384251 w 3217557"/>
                <a:gd name="connsiteY4" fmla="*/ 661544 h 2654282"/>
                <a:gd name="connsiteX5" fmla="*/ 1993421 w 3217557"/>
                <a:gd name="connsiteY5" fmla="*/ 661544 h 2654282"/>
                <a:gd name="connsiteX6" fmla="*/ 2183237 w 3217557"/>
                <a:gd name="connsiteY6" fmla="*/ 851360 h 2654282"/>
                <a:gd name="connsiteX7" fmla="*/ 1993421 w 3217557"/>
                <a:gd name="connsiteY7" fmla="*/ 1041176 h 2654282"/>
                <a:gd name="connsiteX8" fmla="*/ 1803605 w 3217557"/>
                <a:gd name="connsiteY8" fmla="*/ 851360 h 2654282"/>
                <a:gd name="connsiteX9" fmla="*/ 1993421 w 3217557"/>
                <a:gd name="connsiteY9" fmla="*/ 661544 h 2654282"/>
                <a:gd name="connsiteX10" fmla="*/ 2602591 w 3217557"/>
                <a:gd name="connsiteY10" fmla="*/ 661544 h 2654282"/>
                <a:gd name="connsiteX11" fmla="*/ 2792407 w 3217557"/>
                <a:gd name="connsiteY11" fmla="*/ 851360 h 2654282"/>
                <a:gd name="connsiteX12" fmla="*/ 2602591 w 3217557"/>
                <a:gd name="connsiteY12" fmla="*/ 1041176 h 2654282"/>
                <a:gd name="connsiteX13" fmla="*/ 2412775 w 3217557"/>
                <a:gd name="connsiteY13" fmla="*/ 851360 h 2654282"/>
                <a:gd name="connsiteX14" fmla="*/ 2602591 w 3217557"/>
                <a:gd name="connsiteY14" fmla="*/ 661544 h 2654282"/>
                <a:gd name="connsiteX15" fmla="*/ 677114 w 3217557"/>
                <a:gd name="connsiteY15" fmla="*/ 569491 h 2654282"/>
                <a:gd name="connsiteX16" fmla="*/ 330916 w 3217557"/>
                <a:gd name="connsiteY16" fmla="*/ 569491 h 2654282"/>
                <a:gd name="connsiteX17" fmla="*/ 0 w 3217557"/>
                <a:gd name="connsiteY17" fmla="*/ 900407 h 2654282"/>
                <a:gd name="connsiteX18" fmla="*/ 0 w 3217557"/>
                <a:gd name="connsiteY18" fmla="*/ 1952009 h 2654282"/>
                <a:gd name="connsiteX19" fmla="*/ 330916 w 3217557"/>
                <a:gd name="connsiteY19" fmla="*/ 2282925 h 2654282"/>
                <a:gd name="connsiteX20" fmla="*/ 711670 w 3217557"/>
                <a:gd name="connsiteY20" fmla="*/ 2282925 h 2654282"/>
                <a:gd name="connsiteX21" fmla="*/ 275077 w 3217557"/>
                <a:gd name="connsiteY21" fmla="*/ 2654282 h 2654282"/>
                <a:gd name="connsiteX22" fmla="*/ 1294529 w 3217557"/>
                <a:gd name="connsiteY22" fmla="*/ 2282925 h 2654282"/>
                <a:gd name="connsiteX23" fmla="*/ 2117356 w 3217557"/>
                <a:gd name="connsiteY23" fmla="*/ 2282925 h 2654282"/>
                <a:gd name="connsiteX24" fmla="*/ 2418395 w 3217557"/>
                <a:gd name="connsiteY24" fmla="*/ 2087951 h 2654282"/>
                <a:gd name="connsiteX25" fmla="*/ 1830857 w 3217557"/>
                <a:gd name="connsiteY25" fmla="*/ 1799347 h 2654282"/>
                <a:gd name="connsiteX26" fmla="*/ 1008030 w 3217557"/>
                <a:gd name="connsiteY26" fmla="*/ 1799347 h 2654282"/>
                <a:gd name="connsiteX27" fmla="*/ 677114 w 3217557"/>
                <a:gd name="connsiteY27" fmla="*/ 1468431 h 2654282"/>
                <a:gd name="connsiteX28" fmla="*/ 677114 w 3217557"/>
                <a:gd name="connsiteY28" fmla="*/ 569491 h 2654282"/>
                <a:gd name="connsiteX29" fmla="*/ 2886641 w 3217557"/>
                <a:gd name="connsiteY29" fmla="*/ 0 h 2654282"/>
                <a:gd name="connsiteX30" fmla="*/ 1100201 w 3217557"/>
                <a:gd name="connsiteY30" fmla="*/ 0 h 2654282"/>
                <a:gd name="connsiteX31" fmla="*/ 769285 w 3217557"/>
                <a:gd name="connsiteY31" fmla="*/ 330916 h 2654282"/>
                <a:gd name="connsiteX32" fmla="*/ 769285 w 3217557"/>
                <a:gd name="connsiteY32" fmla="*/ 1382518 h 2654282"/>
                <a:gd name="connsiteX33" fmla="*/ 1100201 w 3217557"/>
                <a:gd name="connsiteY33" fmla="*/ 1713434 h 2654282"/>
                <a:gd name="connsiteX34" fmla="*/ 1923028 w 3217557"/>
                <a:gd name="connsiteY34" fmla="*/ 1713434 h 2654282"/>
                <a:gd name="connsiteX35" fmla="*/ 3078958 w 3217557"/>
                <a:gd name="connsiteY35" fmla="*/ 2077967 h 2654282"/>
                <a:gd name="connsiteX36" fmla="*/ 2505887 w 3217557"/>
                <a:gd name="connsiteY36" fmla="*/ 1713434 h 2654282"/>
                <a:gd name="connsiteX37" fmla="*/ 2886641 w 3217557"/>
                <a:gd name="connsiteY37" fmla="*/ 1713434 h 2654282"/>
                <a:gd name="connsiteX38" fmla="*/ 3217557 w 3217557"/>
                <a:gd name="connsiteY38" fmla="*/ 1382518 h 2654282"/>
                <a:gd name="connsiteX39" fmla="*/ 3217557 w 3217557"/>
                <a:gd name="connsiteY39" fmla="*/ 330916 h 2654282"/>
                <a:gd name="connsiteX40" fmla="*/ 2886641 w 3217557"/>
                <a:gd name="connsiteY40" fmla="*/ 0 h 2654282"/>
                <a:gd name="connsiteX0" fmla="*/ 1384251 w 3217557"/>
                <a:gd name="connsiteY0" fmla="*/ 661544 h 2654282"/>
                <a:gd name="connsiteX1" fmla="*/ 1574067 w 3217557"/>
                <a:gd name="connsiteY1" fmla="*/ 851360 h 2654282"/>
                <a:gd name="connsiteX2" fmla="*/ 1384251 w 3217557"/>
                <a:gd name="connsiteY2" fmla="*/ 1041176 h 2654282"/>
                <a:gd name="connsiteX3" fmla="*/ 1194435 w 3217557"/>
                <a:gd name="connsiteY3" fmla="*/ 851360 h 2654282"/>
                <a:gd name="connsiteX4" fmla="*/ 1384251 w 3217557"/>
                <a:gd name="connsiteY4" fmla="*/ 661544 h 2654282"/>
                <a:gd name="connsiteX5" fmla="*/ 1993421 w 3217557"/>
                <a:gd name="connsiteY5" fmla="*/ 661544 h 2654282"/>
                <a:gd name="connsiteX6" fmla="*/ 2183237 w 3217557"/>
                <a:gd name="connsiteY6" fmla="*/ 851360 h 2654282"/>
                <a:gd name="connsiteX7" fmla="*/ 1993421 w 3217557"/>
                <a:gd name="connsiteY7" fmla="*/ 1041176 h 2654282"/>
                <a:gd name="connsiteX8" fmla="*/ 1803605 w 3217557"/>
                <a:gd name="connsiteY8" fmla="*/ 851360 h 2654282"/>
                <a:gd name="connsiteX9" fmla="*/ 1993421 w 3217557"/>
                <a:gd name="connsiteY9" fmla="*/ 661544 h 2654282"/>
                <a:gd name="connsiteX10" fmla="*/ 2602591 w 3217557"/>
                <a:gd name="connsiteY10" fmla="*/ 661544 h 2654282"/>
                <a:gd name="connsiteX11" fmla="*/ 2792407 w 3217557"/>
                <a:gd name="connsiteY11" fmla="*/ 851360 h 2654282"/>
                <a:gd name="connsiteX12" fmla="*/ 2602591 w 3217557"/>
                <a:gd name="connsiteY12" fmla="*/ 1041176 h 2654282"/>
                <a:gd name="connsiteX13" fmla="*/ 2412775 w 3217557"/>
                <a:gd name="connsiteY13" fmla="*/ 851360 h 2654282"/>
                <a:gd name="connsiteX14" fmla="*/ 2602591 w 3217557"/>
                <a:gd name="connsiteY14" fmla="*/ 661544 h 2654282"/>
                <a:gd name="connsiteX15" fmla="*/ 677114 w 3217557"/>
                <a:gd name="connsiteY15" fmla="*/ 569491 h 2654282"/>
                <a:gd name="connsiteX16" fmla="*/ 330916 w 3217557"/>
                <a:gd name="connsiteY16" fmla="*/ 569491 h 2654282"/>
                <a:gd name="connsiteX17" fmla="*/ 0 w 3217557"/>
                <a:gd name="connsiteY17" fmla="*/ 900407 h 2654282"/>
                <a:gd name="connsiteX18" fmla="*/ 0 w 3217557"/>
                <a:gd name="connsiteY18" fmla="*/ 1952009 h 2654282"/>
                <a:gd name="connsiteX19" fmla="*/ 330916 w 3217557"/>
                <a:gd name="connsiteY19" fmla="*/ 2282925 h 2654282"/>
                <a:gd name="connsiteX20" fmla="*/ 711670 w 3217557"/>
                <a:gd name="connsiteY20" fmla="*/ 2282925 h 2654282"/>
                <a:gd name="connsiteX21" fmla="*/ 275077 w 3217557"/>
                <a:gd name="connsiteY21" fmla="*/ 2654282 h 2654282"/>
                <a:gd name="connsiteX22" fmla="*/ 1294529 w 3217557"/>
                <a:gd name="connsiteY22" fmla="*/ 2282925 h 2654282"/>
                <a:gd name="connsiteX23" fmla="*/ 2117356 w 3217557"/>
                <a:gd name="connsiteY23" fmla="*/ 2282925 h 2654282"/>
                <a:gd name="connsiteX24" fmla="*/ 2418395 w 3217557"/>
                <a:gd name="connsiteY24" fmla="*/ 2087951 h 2654282"/>
                <a:gd name="connsiteX25" fmla="*/ 1830857 w 3217557"/>
                <a:gd name="connsiteY25" fmla="*/ 1799347 h 2654282"/>
                <a:gd name="connsiteX26" fmla="*/ 1008030 w 3217557"/>
                <a:gd name="connsiteY26" fmla="*/ 1799347 h 2654282"/>
                <a:gd name="connsiteX27" fmla="*/ 677114 w 3217557"/>
                <a:gd name="connsiteY27" fmla="*/ 1468431 h 2654282"/>
                <a:gd name="connsiteX28" fmla="*/ 677114 w 3217557"/>
                <a:gd name="connsiteY28" fmla="*/ 569491 h 2654282"/>
                <a:gd name="connsiteX29" fmla="*/ 2886641 w 3217557"/>
                <a:gd name="connsiteY29" fmla="*/ 0 h 2654282"/>
                <a:gd name="connsiteX30" fmla="*/ 1100201 w 3217557"/>
                <a:gd name="connsiteY30" fmla="*/ 0 h 2654282"/>
                <a:gd name="connsiteX31" fmla="*/ 769285 w 3217557"/>
                <a:gd name="connsiteY31" fmla="*/ 330916 h 2654282"/>
                <a:gd name="connsiteX32" fmla="*/ 769285 w 3217557"/>
                <a:gd name="connsiteY32" fmla="*/ 1382518 h 2654282"/>
                <a:gd name="connsiteX33" fmla="*/ 1100201 w 3217557"/>
                <a:gd name="connsiteY33" fmla="*/ 1713434 h 2654282"/>
                <a:gd name="connsiteX34" fmla="*/ 1923028 w 3217557"/>
                <a:gd name="connsiteY34" fmla="*/ 1713434 h 2654282"/>
                <a:gd name="connsiteX35" fmla="*/ 3078958 w 3217557"/>
                <a:gd name="connsiteY35" fmla="*/ 2077967 h 2654282"/>
                <a:gd name="connsiteX36" fmla="*/ 2505887 w 3217557"/>
                <a:gd name="connsiteY36" fmla="*/ 1713434 h 2654282"/>
                <a:gd name="connsiteX37" fmla="*/ 2886641 w 3217557"/>
                <a:gd name="connsiteY37" fmla="*/ 1713434 h 2654282"/>
                <a:gd name="connsiteX38" fmla="*/ 3217557 w 3217557"/>
                <a:gd name="connsiteY38" fmla="*/ 1382518 h 2654282"/>
                <a:gd name="connsiteX39" fmla="*/ 3217557 w 3217557"/>
                <a:gd name="connsiteY39" fmla="*/ 330916 h 2654282"/>
                <a:gd name="connsiteX40" fmla="*/ 2886641 w 3217557"/>
                <a:gd name="connsiteY40" fmla="*/ 0 h 2654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217557" h="2654282">
                  <a:moveTo>
                    <a:pt x="1384251" y="661544"/>
                  </a:moveTo>
                  <a:cubicBezTo>
                    <a:pt x="1489083" y="661544"/>
                    <a:pt x="1574067" y="746528"/>
                    <a:pt x="1574067" y="851360"/>
                  </a:cubicBezTo>
                  <a:cubicBezTo>
                    <a:pt x="1574067" y="956192"/>
                    <a:pt x="1489083" y="1041176"/>
                    <a:pt x="1384251" y="1041176"/>
                  </a:cubicBezTo>
                  <a:cubicBezTo>
                    <a:pt x="1279419" y="1041176"/>
                    <a:pt x="1194435" y="956192"/>
                    <a:pt x="1194435" y="851360"/>
                  </a:cubicBezTo>
                  <a:cubicBezTo>
                    <a:pt x="1194435" y="746528"/>
                    <a:pt x="1279419" y="661544"/>
                    <a:pt x="1384251" y="661544"/>
                  </a:cubicBezTo>
                  <a:close/>
                  <a:moveTo>
                    <a:pt x="1993421" y="661544"/>
                  </a:moveTo>
                  <a:cubicBezTo>
                    <a:pt x="2098253" y="661544"/>
                    <a:pt x="2183237" y="746528"/>
                    <a:pt x="2183237" y="851360"/>
                  </a:cubicBezTo>
                  <a:cubicBezTo>
                    <a:pt x="2183237" y="956192"/>
                    <a:pt x="2098253" y="1041176"/>
                    <a:pt x="1993421" y="1041176"/>
                  </a:cubicBezTo>
                  <a:cubicBezTo>
                    <a:pt x="1888589" y="1041176"/>
                    <a:pt x="1803605" y="956192"/>
                    <a:pt x="1803605" y="851360"/>
                  </a:cubicBezTo>
                  <a:cubicBezTo>
                    <a:pt x="1803605" y="746528"/>
                    <a:pt x="1888589" y="661544"/>
                    <a:pt x="1993421" y="661544"/>
                  </a:cubicBezTo>
                  <a:close/>
                  <a:moveTo>
                    <a:pt x="2602591" y="661544"/>
                  </a:moveTo>
                  <a:cubicBezTo>
                    <a:pt x="2707423" y="661544"/>
                    <a:pt x="2792407" y="746528"/>
                    <a:pt x="2792407" y="851360"/>
                  </a:cubicBezTo>
                  <a:cubicBezTo>
                    <a:pt x="2792407" y="956192"/>
                    <a:pt x="2707423" y="1041176"/>
                    <a:pt x="2602591" y="1041176"/>
                  </a:cubicBezTo>
                  <a:cubicBezTo>
                    <a:pt x="2497759" y="1041176"/>
                    <a:pt x="2412775" y="956192"/>
                    <a:pt x="2412775" y="851360"/>
                  </a:cubicBezTo>
                  <a:cubicBezTo>
                    <a:pt x="2412775" y="746528"/>
                    <a:pt x="2497759" y="661544"/>
                    <a:pt x="2602591" y="661544"/>
                  </a:cubicBezTo>
                  <a:close/>
                  <a:moveTo>
                    <a:pt x="677114" y="569491"/>
                  </a:moveTo>
                  <a:lnTo>
                    <a:pt x="330916" y="569491"/>
                  </a:lnTo>
                  <a:cubicBezTo>
                    <a:pt x="148156" y="569491"/>
                    <a:pt x="0" y="717647"/>
                    <a:pt x="0" y="900407"/>
                  </a:cubicBezTo>
                  <a:lnTo>
                    <a:pt x="0" y="1952009"/>
                  </a:lnTo>
                  <a:cubicBezTo>
                    <a:pt x="0" y="2134769"/>
                    <a:pt x="148156" y="2282925"/>
                    <a:pt x="330916" y="2282925"/>
                  </a:cubicBezTo>
                  <a:lnTo>
                    <a:pt x="711670" y="2282925"/>
                  </a:lnTo>
                  <a:cubicBezTo>
                    <a:pt x="639726" y="2394386"/>
                    <a:pt x="647101" y="2475544"/>
                    <a:pt x="275077" y="2654282"/>
                  </a:cubicBezTo>
                  <a:cubicBezTo>
                    <a:pt x="900998" y="2583693"/>
                    <a:pt x="998412" y="2552618"/>
                    <a:pt x="1294529" y="2282925"/>
                  </a:cubicBezTo>
                  <a:lnTo>
                    <a:pt x="2117356" y="2282925"/>
                  </a:lnTo>
                  <a:cubicBezTo>
                    <a:pt x="2251554" y="2282925"/>
                    <a:pt x="2367095" y="2203043"/>
                    <a:pt x="2418395" y="2087951"/>
                  </a:cubicBezTo>
                  <a:cubicBezTo>
                    <a:pt x="2205538" y="2022975"/>
                    <a:pt x="2032941" y="1932583"/>
                    <a:pt x="1830857" y="1799347"/>
                  </a:cubicBezTo>
                  <a:lnTo>
                    <a:pt x="1008030" y="1799347"/>
                  </a:lnTo>
                  <a:cubicBezTo>
                    <a:pt x="825270" y="1799347"/>
                    <a:pt x="677114" y="1651191"/>
                    <a:pt x="677114" y="1468431"/>
                  </a:cubicBezTo>
                  <a:lnTo>
                    <a:pt x="677114" y="569491"/>
                  </a:lnTo>
                  <a:close/>
                  <a:moveTo>
                    <a:pt x="2886641" y="0"/>
                  </a:moveTo>
                  <a:lnTo>
                    <a:pt x="1100201" y="0"/>
                  </a:lnTo>
                  <a:cubicBezTo>
                    <a:pt x="917441" y="0"/>
                    <a:pt x="769285" y="148156"/>
                    <a:pt x="769285" y="330916"/>
                  </a:cubicBezTo>
                  <a:lnTo>
                    <a:pt x="769285" y="1382518"/>
                  </a:lnTo>
                  <a:cubicBezTo>
                    <a:pt x="769285" y="1565278"/>
                    <a:pt x="917441" y="1713434"/>
                    <a:pt x="1100201" y="1713434"/>
                  </a:cubicBezTo>
                  <a:lnTo>
                    <a:pt x="1923028" y="1713434"/>
                  </a:lnTo>
                  <a:cubicBezTo>
                    <a:pt x="2301032" y="1962656"/>
                    <a:pt x="2453037" y="2007378"/>
                    <a:pt x="3078958" y="2077967"/>
                  </a:cubicBezTo>
                  <a:cubicBezTo>
                    <a:pt x="2713759" y="1878758"/>
                    <a:pt x="2673367" y="1899957"/>
                    <a:pt x="2505887" y="1713434"/>
                  </a:cubicBezTo>
                  <a:lnTo>
                    <a:pt x="2886641" y="1713434"/>
                  </a:lnTo>
                  <a:cubicBezTo>
                    <a:pt x="3069401" y="1713434"/>
                    <a:pt x="3217557" y="1565278"/>
                    <a:pt x="3217557" y="1382518"/>
                  </a:cubicBezTo>
                  <a:lnTo>
                    <a:pt x="3217557" y="330916"/>
                  </a:lnTo>
                  <a:cubicBezTo>
                    <a:pt x="3217557" y="148156"/>
                    <a:pt x="3069401" y="0"/>
                    <a:pt x="288664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>
                <a:solidFill>
                  <a:schemeClr val="accent6"/>
                </a:solidFill>
              </a:endParaRPr>
            </a:p>
          </p:txBody>
        </p:sp>
        <p:sp>
          <p:nvSpPr>
            <p:cNvPr id="123" name="Teardrop 1">
              <a:extLst>
                <a:ext uri="{FF2B5EF4-FFF2-40B4-BE49-F238E27FC236}">
                  <a16:creationId xmlns:a16="http://schemas.microsoft.com/office/drawing/2014/main" id="{A275C550-91A7-46E8-BD9E-A9275564F2D9}"/>
                </a:ext>
              </a:extLst>
            </p:cNvPr>
            <p:cNvSpPr/>
            <p:nvPr/>
          </p:nvSpPr>
          <p:spPr>
            <a:xfrm rot="18805991">
              <a:off x="3736350" y="2187185"/>
              <a:ext cx="348602" cy="344965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4" name="Round Same Side Corner Rectangle 11">
              <a:extLst>
                <a:ext uri="{FF2B5EF4-FFF2-40B4-BE49-F238E27FC236}">
                  <a16:creationId xmlns:a16="http://schemas.microsoft.com/office/drawing/2014/main" id="{FD016820-1543-442A-A608-1842E5D04939}"/>
                </a:ext>
              </a:extLst>
            </p:cNvPr>
            <p:cNvSpPr>
              <a:spLocks noChangeAspect="1"/>
            </p:cNvSpPr>
            <p:nvPr/>
          </p:nvSpPr>
          <p:spPr>
            <a:xfrm rot="9900000">
              <a:off x="3154450" y="1258605"/>
              <a:ext cx="368635" cy="313085"/>
            </a:xfrm>
            <a:custGeom>
              <a:avLst/>
              <a:gdLst/>
              <a:ahLst/>
              <a:cxnLst/>
              <a:rect l="l" t="t" r="r" b="b"/>
              <a:pathLst>
                <a:path w="2911009" h="2472345">
                  <a:moveTo>
                    <a:pt x="2219598" y="1335309"/>
                  </a:moveTo>
                  <a:lnTo>
                    <a:pt x="2219598" y="1222573"/>
                  </a:lnTo>
                  <a:cubicBezTo>
                    <a:pt x="2219598" y="1176944"/>
                    <a:pt x="2241926" y="1136530"/>
                    <a:pt x="2277694" y="1113650"/>
                  </a:cubicBezTo>
                  <a:lnTo>
                    <a:pt x="2277694" y="137786"/>
                  </a:lnTo>
                  <a:cubicBezTo>
                    <a:pt x="2277694" y="61689"/>
                    <a:pt x="2339383" y="0"/>
                    <a:pt x="2415480" y="0"/>
                  </a:cubicBezTo>
                  <a:lnTo>
                    <a:pt x="2545196" y="0"/>
                  </a:lnTo>
                  <a:cubicBezTo>
                    <a:pt x="2621293" y="0"/>
                    <a:pt x="2682982" y="61689"/>
                    <a:pt x="2682982" y="137786"/>
                  </a:cubicBezTo>
                  <a:lnTo>
                    <a:pt x="2682982" y="1099067"/>
                  </a:lnTo>
                  <a:cubicBezTo>
                    <a:pt x="2730197" y="1120049"/>
                    <a:pt x="2762708" y="1167515"/>
                    <a:pt x="2762708" y="1222573"/>
                  </a:cubicBezTo>
                  <a:lnTo>
                    <a:pt x="2762708" y="1480834"/>
                  </a:lnTo>
                  <a:close/>
                  <a:moveTo>
                    <a:pt x="241900" y="1676361"/>
                  </a:moveTo>
                  <a:cubicBezTo>
                    <a:pt x="69371" y="1631107"/>
                    <a:pt x="-34146" y="1454930"/>
                    <a:pt x="10296" y="1282189"/>
                  </a:cubicBezTo>
                  <a:cubicBezTo>
                    <a:pt x="54739" y="1109449"/>
                    <a:pt x="230428" y="1005105"/>
                    <a:pt x="403375" y="1048736"/>
                  </a:cubicBezTo>
                  <a:cubicBezTo>
                    <a:pt x="349550" y="1257945"/>
                    <a:pt x="295726" y="1467153"/>
                    <a:pt x="241900" y="1676361"/>
                  </a:cubicBezTo>
                  <a:close/>
                  <a:moveTo>
                    <a:pt x="2578947" y="2467929"/>
                  </a:moveTo>
                  <a:lnTo>
                    <a:pt x="1957545" y="2301425"/>
                  </a:lnTo>
                  <a:lnTo>
                    <a:pt x="2194209" y="1418183"/>
                  </a:lnTo>
                  <a:lnTo>
                    <a:pt x="2815611" y="1584687"/>
                  </a:lnTo>
                  <a:cubicBezTo>
                    <a:pt x="2884250" y="1603079"/>
                    <a:pt x="2924985" y="1673632"/>
                    <a:pt x="2906593" y="1742272"/>
                  </a:cubicBezTo>
                  <a:lnTo>
                    <a:pt x="2736532" y="2376947"/>
                  </a:lnTo>
                  <a:cubicBezTo>
                    <a:pt x="2718140" y="2445587"/>
                    <a:pt x="2647586" y="2486321"/>
                    <a:pt x="2578947" y="2467929"/>
                  </a:cubicBezTo>
                  <a:close/>
                  <a:moveTo>
                    <a:pt x="610249" y="2287120"/>
                  </a:moveTo>
                  <a:lnTo>
                    <a:pt x="1020264" y="756923"/>
                  </a:lnTo>
                  <a:lnTo>
                    <a:pt x="2107356" y="1398691"/>
                  </a:lnTo>
                  <a:lnTo>
                    <a:pt x="1872582" y="2274879"/>
                  </a:lnTo>
                  <a:close/>
                  <a:moveTo>
                    <a:pt x="426016" y="2349577"/>
                  </a:moveTo>
                  <a:lnTo>
                    <a:pt x="243978" y="2300800"/>
                  </a:lnTo>
                  <a:cubicBezTo>
                    <a:pt x="205115" y="2290387"/>
                    <a:pt x="182051" y="2250439"/>
                    <a:pt x="192464" y="2211576"/>
                  </a:cubicBezTo>
                  <a:lnTo>
                    <a:pt x="620679" y="613455"/>
                  </a:lnTo>
                  <a:cubicBezTo>
                    <a:pt x="631093" y="574592"/>
                    <a:pt x="671040" y="551528"/>
                    <a:pt x="709903" y="561941"/>
                  </a:cubicBezTo>
                  <a:lnTo>
                    <a:pt x="891942" y="610718"/>
                  </a:lnTo>
                  <a:cubicBezTo>
                    <a:pt x="930805" y="621132"/>
                    <a:pt x="953869" y="661079"/>
                    <a:pt x="943455" y="699942"/>
                  </a:cubicBezTo>
                  <a:lnTo>
                    <a:pt x="515240" y="2298064"/>
                  </a:lnTo>
                  <a:cubicBezTo>
                    <a:pt x="504827" y="2336927"/>
                    <a:pt x="464879" y="2359990"/>
                    <a:pt x="426016" y="234957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125" name="Rounded Rectangle 27">
              <a:extLst>
                <a:ext uri="{FF2B5EF4-FFF2-40B4-BE49-F238E27FC236}">
                  <a16:creationId xmlns:a16="http://schemas.microsoft.com/office/drawing/2014/main" id="{E987412B-2EA8-4BE8-97FD-1BB981161B4C}"/>
                </a:ext>
              </a:extLst>
            </p:cNvPr>
            <p:cNvSpPr/>
            <p:nvPr/>
          </p:nvSpPr>
          <p:spPr>
            <a:xfrm>
              <a:off x="5036578" y="2243788"/>
              <a:ext cx="332491" cy="255397"/>
            </a:xfrm>
            <a:custGeom>
              <a:avLst/>
              <a:gdLst/>
              <a:ahLst/>
              <a:cxnLst/>
              <a:rect l="l" t="t" r="r" b="b"/>
              <a:pathLst>
                <a:path w="3186824" h="2447912">
                  <a:moveTo>
                    <a:pt x="1917737" y="1021643"/>
                  </a:moveTo>
                  <a:cubicBezTo>
                    <a:pt x="2188548" y="1021643"/>
                    <a:pt x="2408083" y="1241178"/>
                    <a:pt x="2408083" y="1511989"/>
                  </a:cubicBezTo>
                  <a:cubicBezTo>
                    <a:pt x="2408083" y="1782800"/>
                    <a:pt x="2188548" y="2002335"/>
                    <a:pt x="1917737" y="2002335"/>
                  </a:cubicBezTo>
                  <a:cubicBezTo>
                    <a:pt x="1646926" y="2002335"/>
                    <a:pt x="1427391" y="1782800"/>
                    <a:pt x="1427391" y="1511989"/>
                  </a:cubicBezTo>
                  <a:cubicBezTo>
                    <a:pt x="1427391" y="1241178"/>
                    <a:pt x="1646926" y="1021643"/>
                    <a:pt x="1917737" y="1021643"/>
                  </a:cubicBezTo>
                  <a:close/>
                  <a:moveTo>
                    <a:pt x="1917737" y="827913"/>
                  </a:moveTo>
                  <a:cubicBezTo>
                    <a:pt x="1539932" y="827913"/>
                    <a:pt x="1233661" y="1134184"/>
                    <a:pt x="1233661" y="1511989"/>
                  </a:cubicBezTo>
                  <a:cubicBezTo>
                    <a:pt x="1233661" y="1889794"/>
                    <a:pt x="1539932" y="2196065"/>
                    <a:pt x="1917737" y="2196065"/>
                  </a:cubicBezTo>
                  <a:cubicBezTo>
                    <a:pt x="2295542" y="2196065"/>
                    <a:pt x="2601813" y="1889794"/>
                    <a:pt x="2601813" y="1511989"/>
                  </a:cubicBezTo>
                  <a:cubicBezTo>
                    <a:pt x="2601813" y="1134184"/>
                    <a:pt x="2295542" y="827913"/>
                    <a:pt x="1917737" y="827913"/>
                  </a:cubicBezTo>
                  <a:close/>
                  <a:moveTo>
                    <a:pt x="1112286" y="675885"/>
                  </a:moveTo>
                  <a:lnTo>
                    <a:pt x="1112286" y="830188"/>
                  </a:lnTo>
                  <a:lnTo>
                    <a:pt x="1328310" y="830188"/>
                  </a:lnTo>
                  <a:lnTo>
                    <a:pt x="1328310" y="675885"/>
                  </a:lnTo>
                  <a:close/>
                  <a:moveTo>
                    <a:pt x="2586084" y="626422"/>
                  </a:moveTo>
                  <a:lnTo>
                    <a:pt x="2586084" y="830188"/>
                  </a:lnTo>
                  <a:lnTo>
                    <a:pt x="3001340" y="830188"/>
                  </a:lnTo>
                  <a:lnTo>
                    <a:pt x="3001340" y="626422"/>
                  </a:lnTo>
                  <a:close/>
                  <a:moveTo>
                    <a:pt x="1593701" y="108218"/>
                  </a:moveTo>
                  <a:lnTo>
                    <a:pt x="1593701" y="432905"/>
                  </a:lnTo>
                  <a:lnTo>
                    <a:pt x="2241773" y="432905"/>
                  </a:lnTo>
                  <a:lnTo>
                    <a:pt x="2241773" y="108218"/>
                  </a:lnTo>
                  <a:close/>
                  <a:moveTo>
                    <a:pt x="1452512" y="0"/>
                  </a:moveTo>
                  <a:lnTo>
                    <a:pt x="2382963" y="0"/>
                  </a:lnTo>
                  <a:cubicBezTo>
                    <a:pt x="2433311" y="0"/>
                    <a:pt x="2474127" y="40816"/>
                    <a:pt x="2474127" y="91164"/>
                  </a:cubicBezTo>
                  <a:lnTo>
                    <a:pt x="2474127" y="432905"/>
                  </a:lnTo>
                  <a:lnTo>
                    <a:pt x="2933014" y="432905"/>
                  </a:lnTo>
                  <a:cubicBezTo>
                    <a:pt x="3073189" y="432905"/>
                    <a:pt x="3186824" y="546540"/>
                    <a:pt x="3186824" y="686715"/>
                  </a:cubicBezTo>
                  <a:lnTo>
                    <a:pt x="3186824" y="2194102"/>
                  </a:lnTo>
                  <a:cubicBezTo>
                    <a:pt x="3186824" y="2334277"/>
                    <a:pt x="3073189" y="2447912"/>
                    <a:pt x="2933014" y="2447912"/>
                  </a:cubicBezTo>
                  <a:lnTo>
                    <a:pt x="253810" y="2447912"/>
                  </a:lnTo>
                  <a:cubicBezTo>
                    <a:pt x="113635" y="2447912"/>
                    <a:pt x="0" y="2334277"/>
                    <a:pt x="0" y="2194102"/>
                  </a:cubicBezTo>
                  <a:lnTo>
                    <a:pt x="0" y="686715"/>
                  </a:lnTo>
                  <a:cubicBezTo>
                    <a:pt x="0" y="546540"/>
                    <a:pt x="113635" y="432905"/>
                    <a:pt x="253810" y="432905"/>
                  </a:cubicBezTo>
                  <a:lnTo>
                    <a:pt x="307082" y="432905"/>
                  </a:lnTo>
                  <a:lnTo>
                    <a:pt x="307082" y="313169"/>
                  </a:lnTo>
                  <a:cubicBezTo>
                    <a:pt x="307082" y="287995"/>
                    <a:pt x="327490" y="267587"/>
                    <a:pt x="352664" y="267587"/>
                  </a:cubicBezTo>
                  <a:lnTo>
                    <a:pt x="817888" y="267587"/>
                  </a:lnTo>
                  <a:cubicBezTo>
                    <a:pt x="843062" y="267587"/>
                    <a:pt x="863470" y="287995"/>
                    <a:pt x="863470" y="313169"/>
                  </a:cubicBezTo>
                  <a:lnTo>
                    <a:pt x="863470" y="432905"/>
                  </a:lnTo>
                  <a:lnTo>
                    <a:pt x="1361348" y="432905"/>
                  </a:lnTo>
                  <a:lnTo>
                    <a:pt x="1361348" y="91164"/>
                  </a:lnTo>
                  <a:cubicBezTo>
                    <a:pt x="1361348" y="40816"/>
                    <a:pt x="1402164" y="0"/>
                    <a:pt x="145251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C806E66A-5C93-48B2-9A55-CFA29DA7D48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00111" y="1049533"/>
              <a:ext cx="731520" cy="73152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74344DBC-D605-4A83-B70A-DBED550D1F7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94085" y="2976107"/>
              <a:ext cx="731520" cy="73152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28" name="Oval 21">
              <a:extLst>
                <a:ext uri="{FF2B5EF4-FFF2-40B4-BE49-F238E27FC236}">
                  <a16:creationId xmlns:a16="http://schemas.microsoft.com/office/drawing/2014/main" id="{A1095350-0BBF-4457-B6BF-309D3022B244}"/>
                </a:ext>
              </a:extLst>
            </p:cNvPr>
            <p:cNvSpPr>
              <a:spLocks noChangeAspect="1"/>
            </p:cNvSpPr>
            <p:nvPr/>
          </p:nvSpPr>
          <p:spPr>
            <a:xfrm rot="20700000">
              <a:off x="4372073" y="3184444"/>
              <a:ext cx="387594" cy="314845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29" name="Rounded Rectangle 1">
              <a:extLst>
                <a:ext uri="{FF2B5EF4-FFF2-40B4-BE49-F238E27FC236}">
                  <a16:creationId xmlns:a16="http://schemas.microsoft.com/office/drawing/2014/main" id="{9787AA0B-C75E-4209-A294-4BAFD47098B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71492" y="1246727"/>
              <a:ext cx="200630" cy="338573"/>
            </a:xfrm>
            <a:custGeom>
              <a:avLst/>
              <a:gdLst/>
              <a:ahLst/>
              <a:cxnLst/>
              <a:rect l="l" t="t" r="r" b="b"/>
              <a:pathLst>
                <a:path w="2337548" h="3944720">
                  <a:moveTo>
                    <a:pt x="2013548" y="1242075"/>
                  </a:moveTo>
                  <a:lnTo>
                    <a:pt x="2337548" y="1242075"/>
                  </a:lnTo>
                  <a:lnTo>
                    <a:pt x="2337548" y="1945866"/>
                  </a:lnTo>
                  <a:lnTo>
                    <a:pt x="2337548" y="1962155"/>
                  </a:lnTo>
                  <a:lnTo>
                    <a:pt x="2336798" y="1962155"/>
                  </a:lnTo>
                  <a:cubicBezTo>
                    <a:pt x="2330129" y="2597501"/>
                    <a:pt x="1898450" y="3121603"/>
                    <a:pt x="1336990" y="3208701"/>
                  </a:cubicBezTo>
                  <a:lnTo>
                    <a:pt x="1336990" y="3620720"/>
                  </a:lnTo>
                  <a:lnTo>
                    <a:pt x="1895070" y="3620720"/>
                  </a:lnTo>
                  <a:lnTo>
                    <a:pt x="1895070" y="3944720"/>
                  </a:lnTo>
                  <a:lnTo>
                    <a:pt x="454910" y="3944720"/>
                  </a:lnTo>
                  <a:lnTo>
                    <a:pt x="454910" y="3620720"/>
                  </a:lnTo>
                  <a:lnTo>
                    <a:pt x="1012990" y="3620720"/>
                  </a:lnTo>
                  <a:lnTo>
                    <a:pt x="1012990" y="3210585"/>
                  </a:lnTo>
                  <a:cubicBezTo>
                    <a:pt x="447376" y="3129632"/>
                    <a:pt x="8655" y="2604919"/>
                    <a:pt x="389" y="1964536"/>
                  </a:cubicBezTo>
                  <a:lnTo>
                    <a:pt x="0" y="1964536"/>
                  </a:lnTo>
                  <a:lnTo>
                    <a:pt x="0" y="1244456"/>
                  </a:lnTo>
                  <a:lnTo>
                    <a:pt x="324000" y="1244456"/>
                  </a:lnTo>
                  <a:lnTo>
                    <a:pt x="324000" y="1964536"/>
                  </a:lnTo>
                  <a:lnTo>
                    <a:pt x="323361" y="1964536"/>
                  </a:lnTo>
                  <a:cubicBezTo>
                    <a:pt x="331926" y="2486037"/>
                    <a:pt x="710705" y="2903701"/>
                    <a:pt x="1173940" y="2900510"/>
                  </a:cubicBezTo>
                  <a:cubicBezTo>
                    <a:pt x="1634302" y="2897337"/>
                    <a:pt x="2006933" y="2479634"/>
                    <a:pt x="2014006" y="1962155"/>
                  </a:cubicBezTo>
                  <a:lnTo>
                    <a:pt x="2013548" y="1962155"/>
                  </a:lnTo>
                  <a:close/>
                  <a:moveTo>
                    <a:pt x="1168773" y="0"/>
                  </a:moveTo>
                  <a:cubicBezTo>
                    <a:pt x="1546536" y="0"/>
                    <a:pt x="1852773" y="306237"/>
                    <a:pt x="1852773" y="684000"/>
                  </a:cubicBezTo>
                  <a:lnTo>
                    <a:pt x="1852773" y="1980000"/>
                  </a:lnTo>
                  <a:cubicBezTo>
                    <a:pt x="1852773" y="2357763"/>
                    <a:pt x="1546536" y="2664000"/>
                    <a:pt x="1168773" y="2664000"/>
                  </a:cubicBezTo>
                  <a:cubicBezTo>
                    <a:pt x="791010" y="2664000"/>
                    <a:pt x="484773" y="2357763"/>
                    <a:pt x="484773" y="1980000"/>
                  </a:cubicBezTo>
                  <a:lnTo>
                    <a:pt x="484773" y="684000"/>
                  </a:lnTo>
                  <a:cubicBezTo>
                    <a:pt x="484773" y="306237"/>
                    <a:pt x="791010" y="0"/>
                    <a:pt x="116877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35" name="TextBox 134">
            <a:extLst>
              <a:ext uri="{FF2B5EF4-FFF2-40B4-BE49-F238E27FC236}">
                <a16:creationId xmlns:a16="http://schemas.microsoft.com/office/drawing/2014/main" id="{F304550C-E437-47DE-82AD-69E99662EDF4}"/>
              </a:ext>
            </a:extLst>
          </p:cNvPr>
          <p:cNvSpPr txBox="1"/>
          <p:nvPr/>
        </p:nvSpPr>
        <p:spPr>
          <a:xfrm>
            <a:off x="3438670" y="1502705"/>
            <a:ext cx="1974766" cy="230832"/>
          </a:xfrm>
          <a:prstGeom prst="rect">
            <a:avLst/>
          </a:prstGeom>
          <a:noFill/>
          <a:ln w="3175"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cs typeface="Arial" pitchFamily="34" charset="0"/>
              </a:rPr>
              <a:t>(Filter Outgoing)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cs typeface="Arial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5DC834-90A8-4368-A5B8-27A3D0DB59D3}"/>
              </a:ext>
            </a:extLst>
          </p:cNvPr>
          <p:cNvSpPr txBox="1"/>
          <p:nvPr/>
        </p:nvSpPr>
        <p:spPr>
          <a:xfrm>
            <a:off x="7651677" y="2740313"/>
            <a:ext cx="11010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4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Update Build</a:t>
            </a:r>
            <a:endParaRPr lang="th-TH" sz="1100" b="1" dirty="0">
              <a:solidFill>
                <a:schemeClr val="accent4">
                  <a:lumMod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3DCA021-0BFC-4FC5-ADFB-1CAD7800F306}"/>
              </a:ext>
            </a:extLst>
          </p:cNvPr>
          <p:cNvSpPr txBox="1"/>
          <p:nvPr/>
        </p:nvSpPr>
        <p:spPr>
          <a:xfrm>
            <a:off x="5592482" y="3901140"/>
            <a:ext cx="11010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E3E18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Start Build</a:t>
            </a:r>
            <a:endParaRPr lang="th-TH" sz="1200" b="1" dirty="0">
              <a:solidFill>
                <a:srgbClr val="E3E18B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9B596101-C397-4837-8A8A-CF131BE03DDF}"/>
              </a:ext>
            </a:extLst>
          </p:cNvPr>
          <p:cNvGrpSpPr/>
          <p:nvPr/>
        </p:nvGrpSpPr>
        <p:grpSpPr>
          <a:xfrm>
            <a:off x="4118499" y="3583759"/>
            <a:ext cx="576742" cy="576742"/>
            <a:chOff x="5814931" y="1299654"/>
            <a:chExt cx="576742" cy="576742"/>
          </a:xfrm>
        </p:grpSpPr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8F64B839-5E9E-4B4B-ABDA-D651540A2D2D}"/>
                </a:ext>
              </a:extLst>
            </p:cNvPr>
            <p:cNvSpPr/>
            <p:nvPr/>
          </p:nvSpPr>
          <p:spPr>
            <a:xfrm>
              <a:off x="5814931" y="1299654"/>
              <a:ext cx="576742" cy="576742"/>
            </a:xfrm>
            <a:prstGeom prst="ellipse">
              <a:avLst/>
            </a:prstGeom>
            <a:noFill/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87" name="Right Triangle 17">
              <a:extLst>
                <a:ext uri="{FF2B5EF4-FFF2-40B4-BE49-F238E27FC236}">
                  <a16:creationId xmlns:a16="http://schemas.microsoft.com/office/drawing/2014/main" id="{41157E2A-10E5-4B82-8879-1339F6D3127A}"/>
                </a:ext>
              </a:extLst>
            </p:cNvPr>
            <p:cNvSpPr/>
            <p:nvPr/>
          </p:nvSpPr>
          <p:spPr>
            <a:xfrm>
              <a:off x="6002266" y="1437158"/>
              <a:ext cx="220957" cy="282291"/>
            </a:xfrm>
            <a:custGeom>
              <a:avLst/>
              <a:gdLst/>
              <a:ahLst/>
              <a:cxnLst/>
              <a:rect l="l" t="t" r="r" b="b"/>
              <a:pathLst>
                <a:path w="2387678" h="3240000">
                  <a:moveTo>
                    <a:pt x="1645041" y="17032"/>
                  </a:moveTo>
                  <a:lnTo>
                    <a:pt x="2376264" y="17032"/>
                  </a:lnTo>
                  <a:lnTo>
                    <a:pt x="2376264" y="17033"/>
                  </a:lnTo>
                  <a:lnTo>
                    <a:pt x="1645042" y="17033"/>
                  </a:lnTo>
                  <a:close/>
                  <a:moveTo>
                    <a:pt x="0" y="17032"/>
                  </a:moveTo>
                  <a:lnTo>
                    <a:pt x="1379678" y="17032"/>
                  </a:lnTo>
                  <a:lnTo>
                    <a:pt x="1379678" y="996125"/>
                  </a:lnTo>
                  <a:lnTo>
                    <a:pt x="2376264" y="996125"/>
                  </a:lnTo>
                  <a:lnTo>
                    <a:pt x="2376264" y="3240000"/>
                  </a:lnTo>
                  <a:lnTo>
                    <a:pt x="0" y="3240000"/>
                  </a:lnTo>
                  <a:close/>
                  <a:moveTo>
                    <a:pt x="1498869" y="0"/>
                  </a:moveTo>
                  <a:lnTo>
                    <a:pt x="2387678" y="888809"/>
                  </a:lnTo>
                  <a:lnTo>
                    <a:pt x="1498869" y="888809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94721C07-FC63-4A30-85EA-D2371B48304A}"/>
              </a:ext>
            </a:extLst>
          </p:cNvPr>
          <p:cNvSpPr txBox="1"/>
          <p:nvPr/>
        </p:nvSpPr>
        <p:spPr>
          <a:xfrm>
            <a:off x="1182275" y="1801356"/>
            <a:ext cx="1427387" cy="261610"/>
          </a:xfrm>
          <a:prstGeom prst="rect">
            <a:avLst/>
          </a:prstGeom>
          <a:noFill/>
          <a:ln w="3175"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100" b="1" dirty="0">
                <a:solidFill>
                  <a:schemeClr val="bg1">
                    <a:lumMod val="50000"/>
                  </a:schemeClr>
                </a:solidFill>
                <a:cs typeface="Arial" pitchFamily="34" charset="0"/>
              </a:rPr>
              <a:t>Enterprise DB</a:t>
            </a:r>
            <a:endParaRPr lang="ko-KR" altLang="en-US" sz="1100" b="1" dirty="0">
              <a:solidFill>
                <a:schemeClr val="bg1">
                  <a:lumMod val="50000"/>
                </a:schemeClr>
              </a:solidFill>
              <a:cs typeface="Arial" pitchFamily="34" charset="0"/>
            </a:endParaRP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2BEC8B48-BCA3-4AB5-B795-DF5435172B98}"/>
              </a:ext>
            </a:extLst>
          </p:cNvPr>
          <p:cNvGrpSpPr/>
          <p:nvPr/>
        </p:nvGrpSpPr>
        <p:grpSpPr>
          <a:xfrm>
            <a:off x="278812" y="1939148"/>
            <a:ext cx="505420" cy="505419"/>
            <a:chOff x="5199760" y="850552"/>
            <a:chExt cx="576743" cy="576742"/>
          </a:xfrm>
        </p:grpSpPr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A4EE0B1E-5ED5-4BCA-B894-01BC81B46D4D}"/>
                </a:ext>
              </a:extLst>
            </p:cNvPr>
            <p:cNvSpPr/>
            <p:nvPr/>
          </p:nvSpPr>
          <p:spPr>
            <a:xfrm>
              <a:off x="5199761" y="850552"/>
              <a:ext cx="576742" cy="576742"/>
            </a:xfrm>
            <a:prstGeom prst="ellipse">
              <a:avLst/>
            </a:prstGeom>
            <a:noFill/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3B34DAA0-563D-426B-9C9A-75BBBC920090}"/>
                </a:ext>
              </a:extLst>
            </p:cNvPr>
            <p:cNvSpPr txBox="1"/>
            <p:nvPr/>
          </p:nvSpPr>
          <p:spPr>
            <a:xfrm>
              <a:off x="5199760" y="984074"/>
              <a:ext cx="576742" cy="305424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cs typeface="Arial" pitchFamily="34" charset="0"/>
                </a:rPr>
                <a:t>Call Screen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A115FF63-4A14-4649-93B5-4F5A2416F704}"/>
              </a:ext>
            </a:extLst>
          </p:cNvPr>
          <p:cNvGrpSpPr/>
          <p:nvPr/>
        </p:nvGrpSpPr>
        <p:grpSpPr>
          <a:xfrm>
            <a:off x="7368091" y="3574740"/>
            <a:ext cx="581186" cy="581186"/>
            <a:chOff x="6530669" y="3609363"/>
            <a:chExt cx="581186" cy="581186"/>
          </a:xfrm>
        </p:grpSpPr>
        <p:pic>
          <p:nvPicPr>
            <p:cNvPr id="132" name="Graphic 131">
              <a:extLst>
                <a:ext uri="{FF2B5EF4-FFF2-40B4-BE49-F238E27FC236}">
                  <a16:creationId xmlns:a16="http://schemas.microsoft.com/office/drawing/2014/main" id="{71A1DCAE-7D7C-468E-8BB1-A425286B7C5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696349" y="3775043"/>
              <a:ext cx="249826" cy="249826"/>
            </a:xfrm>
            <a:prstGeom prst="rect">
              <a:avLst/>
            </a:prstGeom>
          </p:spPr>
        </p:pic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FA2FB84E-213C-44A5-A265-2B1D4F842255}"/>
                </a:ext>
              </a:extLst>
            </p:cNvPr>
            <p:cNvSpPr/>
            <p:nvPr/>
          </p:nvSpPr>
          <p:spPr>
            <a:xfrm>
              <a:off x="6530669" y="3609363"/>
              <a:ext cx="581186" cy="581186"/>
            </a:xfrm>
            <a:prstGeom prst="ellipse">
              <a:avLst/>
            </a:prstGeom>
            <a:noFill/>
            <a:ln w="38100">
              <a:solidFill>
                <a:srgbClr val="98DFB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4DEBBB3B-6397-4617-A21D-CE21A065E1C7}"/>
              </a:ext>
            </a:extLst>
          </p:cNvPr>
          <p:cNvGrpSpPr/>
          <p:nvPr/>
        </p:nvGrpSpPr>
        <p:grpSpPr>
          <a:xfrm>
            <a:off x="1600133" y="2072313"/>
            <a:ext cx="576742" cy="576742"/>
            <a:chOff x="5008898" y="4074592"/>
            <a:chExt cx="576742" cy="576742"/>
          </a:xfrm>
        </p:grpSpPr>
        <p:pic>
          <p:nvPicPr>
            <p:cNvPr id="45" name="Graphic 44">
              <a:extLst>
                <a:ext uri="{FF2B5EF4-FFF2-40B4-BE49-F238E27FC236}">
                  <a16:creationId xmlns:a16="http://schemas.microsoft.com/office/drawing/2014/main" id="{C21B2CB8-03E5-4918-9DB0-9A459699EBC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151453" y="4214261"/>
              <a:ext cx="308181" cy="308181"/>
            </a:xfrm>
            <a:prstGeom prst="rect">
              <a:avLst/>
            </a:prstGeom>
          </p:spPr>
        </p:pic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2830DB5C-3EF9-4299-A1F8-F10A1DC2DABF}"/>
                </a:ext>
              </a:extLst>
            </p:cNvPr>
            <p:cNvSpPr/>
            <p:nvPr/>
          </p:nvSpPr>
          <p:spPr>
            <a:xfrm>
              <a:off x="5008898" y="4074592"/>
              <a:ext cx="576742" cy="576742"/>
            </a:xfrm>
            <a:prstGeom prst="ellipse">
              <a:avLst/>
            </a:prstGeom>
            <a:noFill/>
            <a:ln w="381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EED9BC9A-20BA-4A84-B94C-0EF86CDCDD1F}"/>
              </a:ext>
            </a:extLst>
          </p:cNvPr>
          <p:cNvGrpSpPr/>
          <p:nvPr/>
        </p:nvGrpSpPr>
        <p:grpSpPr>
          <a:xfrm>
            <a:off x="278812" y="2491042"/>
            <a:ext cx="505420" cy="505419"/>
            <a:chOff x="5199760" y="850552"/>
            <a:chExt cx="576743" cy="576742"/>
          </a:xfrm>
        </p:grpSpPr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27B6C10D-5B28-4028-BE14-301B422664C7}"/>
                </a:ext>
              </a:extLst>
            </p:cNvPr>
            <p:cNvSpPr/>
            <p:nvPr/>
          </p:nvSpPr>
          <p:spPr>
            <a:xfrm>
              <a:off x="5199761" y="850552"/>
              <a:ext cx="576742" cy="576742"/>
            </a:xfrm>
            <a:prstGeom prst="ellipse">
              <a:avLst/>
            </a:prstGeom>
            <a:noFill/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65751B13-4059-4A34-BE18-67BA7CDB0686}"/>
                </a:ext>
              </a:extLst>
            </p:cNvPr>
            <p:cNvSpPr txBox="1"/>
            <p:nvPr/>
          </p:nvSpPr>
          <p:spPr>
            <a:xfrm>
              <a:off x="5199760" y="1022643"/>
              <a:ext cx="576742" cy="228286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cs typeface="Arial" pitchFamily="34" charset="0"/>
                </a:rPr>
                <a:t>OA</a:t>
              </a:r>
            </a:p>
          </p:txBody>
        </p: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D9A12D37-2F47-4666-85FA-6A6163CA3B3E}"/>
              </a:ext>
            </a:extLst>
          </p:cNvPr>
          <p:cNvGrpSpPr/>
          <p:nvPr/>
        </p:nvGrpSpPr>
        <p:grpSpPr>
          <a:xfrm>
            <a:off x="276196" y="3622194"/>
            <a:ext cx="505420" cy="505419"/>
            <a:chOff x="5199760" y="850552"/>
            <a:chExt cx="576743" cy="576742"/>
          </a:xfrm>
        </p:grpSpPr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E009B7BA-C212-4C3A-9908-B36AEBDB3E1A}"/>
                </a:ext>
              </a:extLst>
            </p:cNvPr>
            <p:cNvSpPr/>
            <p:nvPr/>
          </p:nvSpPr>
          <p:spPr>
            <a:xfrm>
              <a:off x="5199761" y="850552"/>
              <a:ext cx="576742" cy="576742"/>
            </a:xfrm>
            <a:prstGeom prst="ellipse">
              <a:avLst/>
            </a:prstGeom>
            <a:noFill/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5103572E-F4C1-4DBF-BF97-74EB732225E1}"/>
                </a:ext>
              </a:extLst>
            </p:cNvPr>
            <p:cNvSpPr txBox="1"/>
            <p:nvPr/>
          </p:nvSpPr>
          <p:spPr>
            <a:xfrm>
              <a:off x="5199760" y="1022643"/>
              <a:ext cx="576742" cy="228286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cs typeface="Arial" pitchFamily="34" charset="0"/>
                </a:rPr>
                <a:t>Report</a:t>
              </a:r>
            </a:p>
          </p:txBody>
        </p: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6FAEE096-134B-4BD2-9FF1-859728D01936}"/>
              </a:ext>
            </a:extLst>
          </p:cNvPr>
          <p:cNvGrpSpPr/>
          <p:nvPr/>
        </p:nvGrpSpPr>
        <p:grpSpPr>
          <a:xfrm>
            <a:off x="276275" y="3074443"/>
            <a:ext cx="505420" cy="505419"/>
            <a:chOff x="5199760" y="850552"/>
            <a:chExt cx="576743" cy="576742"/>
          </a:xfrm>
        </p:grpSpPr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0D9C1B72-BA5E-4845-A1DE-3E93670BE73E}"/>
                </a:ext>
              </a:extLst>
            </p:cNvPr>
            <p:cNvSpPr/>
            <p:nvPr/>
          </p:nvSpPr>
          <p:spPr>
            <a:xfrm>
              <a:off x="5199761" y="850552"/>
              <a:ext cx="576742" cy="576742"/>
            </a:xfrm>
            <a:prstGeom prst="ellipse">
              <a:avLst/>
            </a:prstGeom>
            <a:noFill/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20C11C28-A78D-4E5B-82D8-9C43815E6E2D}"/>
                </a:ext>
              </a:extLst>
            </p:cNvPr>
            <p:cNvSpPr txBox="1"/>
            <p:nvPr/>
          </p:nvSpPr>
          <p:spPr>
            <a:xfrm>
              <a:off x="5199760" y="961181"/>
              <a:ext cx="576742" cy="351209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cs typeface="Arial" pitchFamily="34" charset="0"/>
                </a:rPr>
                <a:t>LG System</a:t>
              </a:r>
            </a:p>
          </p:txBody>
        </p:sp>
      </p:grp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69A458DE-53FB-435E-8956-C3D3A0B6E031}"/>
              </a:ext>
            </a:extLst>
          </p:cNvPr>
          <p:cNvCxnSpPr>
            <a:cxnSpLocks/>
            <a:stCxn id="72" idx="2"/>
            <a:endCxn id="147" idx="6"/>
          </p:cNvCxnSpPr>
          <p:nvPr/>
        </p:nvCxnSpPr>
        <p:spPr>
          <a:xfrm flipH="1">
            <a:off x="781695" y="3326593"/>
            <a:ext cx="825446" cy="56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52007988-B5C3-4A19-BD30-F0DFA7A2B3AF}"/>
              </a:ext>
            </a:extLst>
          </p:cNvPr>
          <p:cNvCxnSpPr>
            <a:cxnSpLocks/>
            <a:stCxn id="72" idx="2"/>
            <a:endCxn id="141" idx="5"/>
          </p:cNvCxnSpPr>
          <p:nvPr/>
        </p:nvCxnSpPr>
        <p:spPr>
          <a:xfrm flipH="1" flipV="1">
            <a:off x="710215" y="2922444"/>
            <a:ext cx="896926" cy="404149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F872E65A-04F7-4DEE-A532-D51FB6DDC5A0}"/>
              </a:ext>
            </a:extLst>
          </p:cNvPr>
          <p:cNvCxnSpPr>
            <a:cxnSpLocks/>
            <a:stCxn id="72" idx="2"/>
            <a:endCxn id="101" idx="6"/>
          </p:cNvCxnSpPr>
          <p:nvPr/>
        </p:nvCxnSpPr>
        <p:spPr>
          <a:xfrm flipH="1" flipV="1">
            <a:off x="784232" y="2191858"/>
            <a:ext cx="822909" cy="11347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TextBox 177">
            <a:extLst>
              <a:ext uri="{FF2B5EF4-FFF2-40B4-BE49-F238E27FC236}">
                <a16:creationId xmlns:a16="http://schemas.microsoft.com/office/drawing/2014/main" id="{95833ED0-0F24-4E24-8B64-10CD15CD7134}"/>
              </a:ext>
            </a:extLst>
          </p:cNvPr>
          <p:cNvSpPr txBox="1"/>
          <p:nvPr/>
        </p:nvSpPr>
        <p:spPr>
          <a:xfrm>
            <a:off x="5081051" y="1475272"/>
            <a:ext cx="1974766" cy="276999"/>
          </a:xfrm>
          <a:prstGeom prst="rect">
            <a:avLst/>
          </a:prstGeom>
          <a:noFill/>
          <a:ln w="3175"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accent2"/>
                </a:solidFill>
                <a:cs typeface="Arial" pitchFamily="34" charset="0"/>
              </a:rPr>
              <a:t>Raw File</a:t>
            </a:r>
            <a:endParaRPr lang="ko-KR" altLang="en-US" sz="1200" b="1" dirty="0">
              <a:solidFill>
                <a:schemeClr val="accent2"/>
              </a:solidFill>
              <a:cs typeface="Arial" pitchFamily="34" charset="0"/>
            </a:endParaRPr>
          </a:p>
        </p:txBody>
      </p: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B875EF07-CA48-4E9C-ACB2-AFEE69C99B7C}"/>
              </a:ext>
            </a:extLst>
          </p:cNvPr>
          <p:cNvGrpSpPr/>
          <p:nvPr/>
        </p:nvGrpSpPr>
        <p:grpSpPr>
          <a:xfrm>
            <a:off x="5707947" y="1758452"/>
            <a:ext cx="576742" cy="576742"/>
            <a:chOff x="5814931" y="1299654"/>
            <a:chExt cx="576742" cy="576742"/>
          </a:xfrm>
        </p:grpSpPr>
        <p:sp>
          <p:nvSpPr>
            <p:cNvPr id="180" name="Oval 179">
              <a:extLst>
                <a:ext uri="{FF2B5EF4-FFF2-40B4-BE49-F238E27FC236}">
                  <a16:creationId xmlns:a16="http://schemas.microsoft.com/office/drawing/2014/main" id="{5063AF91-8EE7-4D09-B9A6-E62FA047AF61}"/>
                </a:ext>
              </a:extLst>
            </p:cNvPr>
            <p:cNvSpPr/>
            <p:nvPr/>
          </p:nvSpPr>
          <p:spPr>
            <a:xfrm>
              <a:off x="5814931" y="1299654"/>
              <a:ext cx="576742" cy="576742"/>
            </a:xfrm>
            <a:prstGeom prst="ellipse">
              <a:avLst/>
            </a:prstGeom>
            <a:noFill/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81" name="Right Triangle 17">
              <a:extLst>
                <a:ext uri="{FF2B5EF4-FFF2-40B4-BE49-F238E27FC236}">
                  <a16:creationId xmlns:a16="http://schemas.microsoft.com/office/drawing/2014/main" id="{C022C9FD-DF9A-4814-8621-B7A4EF778C94}"/>
                </a:ext>
              </a:extLst>
            </p:cNvPr>
            <p:cNvSpPr/>
            <p:nvPr/>
          </p:nvSpPr>
          <p:spPr>
            <a:xfrm>
              <a:off x="6002266" y="1437158"/>
              <a:ext cx="220957" cy="282291"/>
            </a:xfrm>
            <a:custGeom>
              <a:avLst/>
              <a:gdLst/>
              <a:ahLst/>
              <a:cxnLst/>
              <a:rect l="l" t="t" r="r" b="b"/>
              <a:pathLst>
                <a:path w="2387678" h="3240000">
                  <a:moveTo>
                    <a:pt x="1645041" y="17032"/>
                  </a:moveTo>
                  <a:lnTo>
                    <a:pt x="2376264" y="17032"/>
                  </a:lnTo>
                  <a:lnTo>
                    <a:pt x="2376264" y="17033"/>
                  </a:lnTo>
                  <a:lnTo>
                    <a:pt x="1645042" y="17033"/>
                  </a:lnTo>
                  <a:close/>
                  <a:moveTo>
                    <a:pt x="0" y="17032"/>
                  </a:moveTo>
                  <a:lnTo>
                    <a:pt x="1379678" y="17032"/>
                  </a:lnTo>
                  <a:lnTo>
                    <a:pt x="1379678" y="996125"/>
                  </a:lnTo>
                  <a:lnTo>
                    <a:pt x="2376264" y="996125"/>
                  </a:lnTo>
                  <a:lnTo>
                    <a:pt x="2376264" y="3240000"/>
                  </a:lnTo>
                  <a:lnTo>
                    <a:pt x="0" y="3240000"/>
                  </a:lnTo>
                  <a:close/>
                  <a:moveTo>
                    <a:pt x="1498869" y="0"/>
                  </a:moveTo>
                  <a:lnTo>
                    <a:pt x="2387678" y="888809"/>
                  </a:lnTo>
                  <a:lnTo>
                    <a:pt x="1498869" y="888809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</p:grpSp>
      <p:cxnSp>
        <p:nvCxnSpPr>
          <p:cNvPr id="182" name="Straight Connector 81">
            <a:extLst>
              <a:ext uri="{FF2B5EF4-FFF2-40B4-BE49-F238E27FC236}">
                <a16:creationId xmlns:a16="http://schemas.microsoft.com/office/drawing/2014/main" id="{4098AC4E-4DCC-4798-BE82-B5FF3FB03F10}"/>
              </a:ext>
            </a:extLst>
          </p:cNvPr>
          <p:cNvCxnSpPr>
            <a:cxnSpLocks/>
            <a:stCxn id="86" idx="2"/>
            <a:endCxn id="72" idx="4"/>
          </p:cNvCxnSpPr>
          <p:nvPr/>
        </p:nvCxnSpPr>
        <p:spPr>
          <a:xfrm rot="10800000">
            <a:off x="1897735" y="3617186"/>
            <a:ext cx="2220765" cy="254944"/>
          </a:xfrm>
          <a:prstGeom prst="bentConnector2">
            <a:avLst/>
          </a:prstGeom>
          <a:ln w="38100">
            <a:solidFill>
              <a:srgbClr val="9AD3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C271406C-8BFB-44CD-92B4-C8F256A5809C}"/>
              </a:ext>
            </a:extLst>
          </p:cNvPr>
          <p:cNvCxnSpPr>
            <a:cxnSpLocks/>
            <a:stCxn id="109" idx="2"/>
            <a:endCxn id="86" idx="6"/>
          </p:cNvCxnSpPr>
          <p:nvPr/>
        </p:nvCxnSpPr>
        <p:spPr>
          <a:xfrm flipH="1">
            <a:off x="4695241" y="3865333"/>
            <a:ext cx="2672850" cy="6797"/>
          </a:xfrm>
          <a:prstGeom prst="line">
            <a:avLst/>
          </a:prstGeom>
          <a:ln w="38100">
            <a:solidFill>
              <a:srgbClr val="E3E1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5C366894-FCF3-4212-B7DF-3DA0900A0462}"/>
              </a:ext>
            </a:extLst>
          </p:cNvPr>
          <p:cNvCxnSpPr>
            <a:cxnSpLocks/>
            <a:stCxn id="180" idx="2"/>
            <a:endCxn id="74" idx="6"/>
          </p:cNvCxnSpPr>
          <p:nvPr/>
        </p:nvCxnSpPr>
        <p:spPr>
          <a:xfrm flipH="1" flipV="1">
            <a:off x="4695241" y="2032178"/>
            <a:ext cx="1012706" cy="14645"/>
          </a:xfrm>
          <a:prstGeom prst="line">
            <a:avLst/>
          </a:prstGeom>
          <a:ln w="381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Connector 81">
            <a:extLst>
              <a:ext uri="{FF2B5EF4-FFF2-40B4-BE49-F238E27FC236}">
                <a16:creationId xmlns:a16="http://schemas.microsoft.com/office/drawing/2014/main" id="{1AE51319-DA83-41C4-8532-1B6099DF9EC7}"/>
              </a:ext>
            </a:extLst>
          </p:cNvPr>
          <p:cNvCxnSpPr>
            <a:cxnSpLocks/>
            <a:stCxn id="109" idx="0"/>
            <a:endCxn id="180" idx="6"/>
          </p:cNvCxnSpPr>
          <p:nvPr/>
        </p:nvCxnSpPr>
        <p:spPr>
          <a:xfrm rot="16200000" flipV="1">
            <a:off x="6207729" y="2123784"/>
            <a:ext cx="1527917" cy="1373995"/>
          </a:xfrm>
          <a:prstGeom prst="bentConnector2">
            <a:avLst/>
          </a:prstGeom>
          <a:ln w="381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BE9A81E7-AF51-4179-BD52-346C832A33E9}"/>
              </a:ext>
            </a:extLst>
          </p:cNvPr>
          <p:cNvCxnSpPr>
            <a:cxnSpLocks/>
            <a:stCxn id="112" idx="2"/>
            <a:endCxn id="102" idx="3"/>
          </p:cNvCxnSpPr>
          <p:nvPr/>
        </p:nvCxnSpPr>
        <p:spPr>
          <a:xfrm flipH="1" flipV="1">
            <a:off x="784231" y="2189985"/>
            <a:ext cx="815902" cy="170699"/>
          </a:xfrm>
          <a:prstGeom prst="line">
            <a:avLst/>
          </a:prstGeom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8593A412-94CD-4D1B-8F7D-FC308A946AA8}"/>
              </a:ext>
            </a:extLst>
          </p:cNvPr>
          <p:cNvCxnSpPr>
            <a:cxnSpLocks/>
            <a:stCxn id="112" idx="2"/>
            <a:endCxn id="142" idx="3"/>
          </p:cNvCxnSpPr>
          <p:nvPr/>
        </p:nvCxnSpPr>
        <p:spPr>
          <a:xfrm flipH="1">
            <a:off x="784231" y="2360684"/>
            <a:ext cx="815902" cy="381195"/>
          </a:xfrm>
          <a:prstGeom prst="line">
            <a:avLst/>
          </a:prstGeom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EDA13193-3AF6-4941-88F1-13575251ADB0}"/>
              </a:ext>
            </a:extLst>
          </p:cNvPr>
          <p:cNvCxnSpPr>
            <a:cxnSpLocks/>
            <a:stCxn id="112" idx="2"/>
            <a:endCxn id="148" idx="3"/>
          </p:cNvCxnSpPr>
          <p:nvPr/>
        </p:nvCxnSpPr>
        <p:spPr>
          <a:xfrm flipH="1">
            <a:off x="781694" y="2360684"/>
            <a:ext cx="818439" cy="964596"/>
          </a:xfrm>
          <a:prstGeom prst="line">
            <a:avLst/>
          </a:prstGeom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Connector 81">
            <a:extLst>
              <a:ext uri="{FF2B5EF4-FFF2-40B4-BE49-F238E27FC236}">
                <a16:creationId xmlns:a16="http://schemas.microsoft.com/office/drawing/2014/main" id="{1F1DF545-B666-4A40-938D-9001D0856064}"/>
              </a:ext>
            </a:extLst>
          </p:cNvPr>
          <p:cNvCxnSpPr>
            <a:cxnSpLocks/>
            <a:stCxn id="74" idx="2"/>
            <a:endCxn id="112" idx="7"/>
          </p:cNvCxnSpPr>
          <p:nvPr/>
        </p:nvCxnSpPr>
        <p:spPr>
          <a:xfrm rot="10800000" flipV="1">
            <a:off x="2092414" y="2032177"/>
            <a:ext cx="2001255" cy="124597"/>
          </a:xfrm>
          <a:prstGeom prst="bentConnector2">
            <a:avLst/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81">
            <a:extLst>
              <a:ext uri="{FF2B5EF4-FFF2-40B4-BE49-F238E27FC236}">
                <a16:creationId xmlns:a16="http://schemas.microsoft.com/office/drawing/2014/main" id="{AF824356-9094-4161-B2D3-A903D80A0B24}"/>
              </a:ext>
            </a:extLst>
          </p:cNvPr>
          <p:cNvCxnSpPr>
            <a:cxnSpLocks/>
            <a:stCxn id="86" idx="2"/>
            <a:endCxn id="112" idx="6"/>
          </p:cNvCxnSpPr>
          <p:nvPr/>
        </p:nvCxnSpPr>
        <p:spPr>
          <a:xfrm rot="10800000">
            <a:off x="2176875" y="2360684"/>
            <a:ext cx="1941624" cy="1511446"/>
          </a:xfrm>
          <a:prstGeom prst="bentConnector3">
            <a:avLst>
              <a:gd name="adj1" fmla="val 50000"/>
            </a:avLst>
          </a:prstGeom>
          <a:ln w="38100">
            <a:solidFill>
              <a:srgbClr val="9AD3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3" name="Group 72">
            <a:extLst>
              <a:ext uri="{FF2B5EF4-FFF2-40B4-BE49-F238E27FC236}">
                <a16:creationId xmlns:a16="http://schemas.microsoft.com/office/drawing/2014/main" id="{F40044AA-70E9-46E4-8579-999A5020B2A7}"/>
              </a:ext>
            </a:extLst>
          </p:cNvPr>
          <p:cNvGrpSpPr/>
          <p:nvPr/>
        </p:nvGrpSpPr>
        <p:grpSpPr>
          <a:xfrm>
            <a:off x="276195" y="1337900"/>
            <a:ext cx="505420" cy="505419"/>
            <a:chOff x="5199760" y="850552"/>
            <a:chExt cx="576743" cy="576742"/>
          </a:xfrm>
        </p:grpSpPr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7406EFBD-454B-4B22-8B48-17F1ABA3DB79}"/>
                </a:ext>
              </a:extLst>
            </p:cNvPr>
            <p:cNvSpPr/>
            <p:nvPr/>
          </p:nvSpPr>
          <p:spPr>
            <a:xfrm>
              <a:off x="5199761" y="850552"/>
              <a:ext cx="576742" cy="576742"/>
            </a:xfrm>
            <a:prstGeom prst="ellipse">
              <a:avLst/>
            </a:prstGeom>
            <a:noFill/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52BE259F-06DD-413B-8218-69DDF11A6306}"/>
                </a:ext>
              </a:extLst>
            </p:cNvPr>
            <p:cNvSpPr txBox="1"/>
            <p:nvPr/>
          </p:nvSpPr>
          <p:spPr>
            <a:xfrm>
              <a:off x="5199760" y="899720"/>
              <a:ext cx="576742" cy="474132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cs typeface="Arial" pitchFamily="34" charset="0"/>
                </a:rPr>
                <a:t>Work Force Manage</a:t>
              </a:r>
            </a:p>
          </p:txBody>
        </p:sp>
      </p:grp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49A5E502-5BA4-4A08-B9EF-01CD3644BE07}"/>
              </a:ext>
            </a:extLst>
          </p:cNvPr>
          <p:cNvCxnSpPr>
            <a:cxnSpLocks/>
            <a:stCxn id="72" idx="2"/>
            <a:endCxn id="75" idx="6"/>
          </p:cNvCxnSpPr>
          <p:nvPr/>
        </p:nvCxnSpPr>
        <p:spPr>
          <a:xfrm flipH="1" flipV="1">
            <a:off x="781615" y="1590610"/>
            <a:ext cx="825526" cy="1735983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F86FA0BE-6082-40CA-8CA4-8B562AE5D098}"/>
              </a:ext>
            </a:extLst>
          </p:cNvPr>
          <p:cNvCxnSpPr>
            <a:cxnSpLocks/>
            <a:stCxn id="112" idx="2"/>
            <a:endCxn id="75" idx="6"/>
          </p:cNvCxnSpPr>
          <p:nvPr/>
        </p:nvCxnSpPr>
        <p:spPr>
          <a:xfrm flipH="1" flipV="1">
            <a:off x="781615" y="1590610"/>
            <a:ext cx="818518" cy="770074"/>
          </a:xfrm>
          <a:prstGeom prst="line">
            <a:avLst/>
          </a:prstGeom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25228431-42E4-429C-A8DB-98DFDCB8F330}"/>
              </a:ext>
            </a:extLst>
          </p:cNvPr>
          <p:cNvCxnSpPr>
            <a:cxnSpLocks/>
            <a:stCxn id="112" idx="2"/>
            <a:endCxn id="145" idx="3"/>
          </p:cNvCxnSpPr>
          <p:nvPr/>
        </p:nvCxnSpPr>
        <p:spPr>
          <a:xfrm flipH="1">
            <a:off x="781615" y="2360684"/>
            <a:ext cx="818518" cy="1512347"/>
          </a:xfrm>
          <a:prstGeom prst="line">
            <a:avLst/>
          </a:prstGeom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2D1C6EF0-2802-4332-9D33-5872BE638072}"/>
              </a:ext>
            </a:extLst>
          </p:cNvPr>
          <p:cNvCxnSpPr>
            <a:cxnSpLocks/>
            <a:stCxn id="72" idx="2"/>
            <a:endCxn id="144" idx="6"/>
          </p:cNvCxnSpPr>
          <p:nvPr/>
        </p:nvCxnSpPr>
        <p:spPr>
          <a:xfrm flipH="1">
            <a:off x="781616" y="3326593"/>
            <a:ext cx="825525" cy="54831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8500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FF3CB45-B8B8-44A6-B77E-69C116E59A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5896" y="2731725"/>
            <a:ext cx="4626260" cy="2271519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C3B6852-7BA5-47C7-AAE4-81EA5F078D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Gen Port Schedule (Existing)</a:t>
            </a:r>
            <a:endParaRPr lang="th-TH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F815476-6278-4F63-9C9C-9762E1FB95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664" y="701080"/>
            <a:ext cx="4626260" cy="2175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491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CAEEFEF-1795-408E-9F3B-9A9006566E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Gen Port Process</a:t>
            </a:r>
            <a:endParaRPr lang="th-TH" dirty="0"/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14E7E2D8-CA89-419C-BFDD-B9E02368466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Existing</a:t>
            </a:r>
            <a:endParaRPr lang="th-TH" b="1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75457DF-7093-4773-9344-A536259B986F}"/>
              </a:ext>
            </a:extLst>
          </p:cNvPr>
          <p:cNvGrpSpPr/>
          <p:nvPr/>
        </p:nvGrpSpPr>
        <p:grpSpPr>
          <a:xfrm>
            <a:off x="5178931" y="3084963"/>
            <a:ext cx="2045782" cy="1123405"/>
            <a:chOff x="1680755" y="2337963"/>
            <a:chExt cx="1898468" cy="1042510"/>
          </a:xfrm>
        </p:grpSpPr>
        <p:sp>
          <p:nvSpPr>
            <p:cNvPr id="14" name="Arrow: Right 13">
              <a:extLst>
                <a:ext uri="{FF2B5EF4-FFF2-40B4-BE49-F238E27FC236}">
                  <a16:creationId xmlns:a16="http://schemas.microsoft.com/office/drawing/2014/main" id="{BE0785F5-2B6A-4B61-9642-5669D6EA7E90}"/>
                </a:ext>
              </a:extLst>
            </p:cNvPr>
            <p:cNvSpPr/>
            <p:nvPr/>
          </p:nvSpPr>
          <p:spPr>
            <a:xfrm>
              <a:off x="1994264" y="2337963"/>
              <a:ext cx="1584959" cy="1042510"/>
            </a:xfrm>
            <a:prstGeom prst="rightArrow">
              <a:avLst>
                <a:gd name="adj1" fmla="val 57134"/>
                <a:gd name="adj2" fmla="val 5000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9FD3B8E-7616-4C01-81BF-1A18967DA5C4}"/>
                </a:ext>
              </a:extLst>
            </p:cNvPr>
            <p:cNvSpPr/>
            <p:nvPr/>
          </p:nvSpPr>
          <p:spPr>
            <a:xfrm>
              <a:off x="1680755" y="2390044"/>
              <a:ext cx="938349" cy="938349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b="1" dirty="0">
                  <a:solidFill>
                    <a:schemeClr val="accent3">
                      <a:lumMod val="50000"/>
                    </a:schemeClr>
                  </a:solidFill>
                </a:rPr>
                <a:t>Autodial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E69E92F-CE62-47F4-8F3D-73A7A5ECAFB2}"/>
              </a:ext>
            </a:extLst>
          </p:cNvPr>
          <p:cNvGrpSpPr/>
          <p:nvPr/>
        </p:nvGrpSpPr>
        <p:grpSpPr>
          <a:xfrm>
            <a:off x="3145467" y="3084963"/>
            <a:ext cx="2045782" cy="1123405"/>
            <a:chOff x="1680755" y="2337963"/>
            <a:chExt cx="1898468" cy="1042510"/>
          </a:xfrm>
        </p:grpSpPr>
        <p:sp>
          <p:nvSpPr>
            <p:cNvPr id="12" name="Arrow: Right 11">
              <a:extLst>
                <a:ext uri="{FF2B5EF4-FFF2-40B4-BE49-F238E27FC236}">
                  <a16:creationId xmlns:a16="http://schemas.microsoft.com/office/drawing/2014/main" id="{5CCEFC11-4E80-498D-A081-FE17B245BF4F}"/>
                </a:ext>
              </a:extLst>
            </p:cNvPr>
            <p:cNvSpPr/>
            <p:nvPr/>
          </p:nvSpPr>
          <p:spPr>
            <a:xfrm>
              <a:off x="1994264" y="2337963"/>
              <a:ext cx="1584959" cy="1042510"/>
            </a:xfrm>
            <a:prstGeom prst="rightArrow">
              <a:avLst>
                <a:gd name="adj1" fmla="val 57134"/>
                <a:gd name="adj2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5797AF0-2927-4560-ACCB-C98D9A259037}"/>
                </a:ext>
              </a:extLst>
            </p:cNvPr>
            <p:cNvSpPr/>
            <p:nvPr/>
          </p:nvSpPr>
          <p:spPr>
            <a:xfrm>
              <a:off x="1680755" y="2390044"/>
              <a:ext cx="938349" cy="938349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accent3">
                      <a:lumMod val="50000"/>
                    </a:schemeClr>
                  </a:solidFill>
                </a:rPr>
                <a:t>Raw File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ECE23BA-6E49-447F-B2CD-71DB052BA159}"/>
              </a:ext>
            </a:extLst>
          </p:cNvPr>
          <p:cNvGrpSpPr/>
          <p:nvPr/>
        </p:nvGrpSpPr>
        <p:grpSpPr>
          <a:xfrm>
            <a:off x="539552" y="3084963"/>
            <a:ext cx="2618233" cy="1123405"/>
            <a:chOff x="1149526" y="2337963"/>
            <a:chExt cx="2429697" cy="1042510"/>
          </a:xfrm>
        </p:grpSpPr>
        <p:sp>
          <p:nvSpPr>
            <p:cNvPr id="10" name="Arrow: Right 9">
              <a:extLst>
                <a:ext uri="{FF2B5EF4-FFF2-40B4-BE49-F238E27FC236}">
                  <a16:creationId xmlns:a16="http://schemas.microsoft.com/office/drawing/2014/main" id="{3E28CEDD-7546-4234-845E-527BB8870EB8}"/>
                </a:ext>
              </a:extLst>
            </p:cNvPr>
            <p:cNvSpPr/>
            <p:nvPr/>
          </p:nvSpPr>
          <p:spPr>
            <a:xfrm>
              <a:off x="1149526" y="2337963"/>
              <a:ext cx="2429697" cy="1042510"/>
            </a:xfrm>
            <a:prstGeom prst="rightArrow">
              <a:avLst>
                <a:gd name="adj1" fmla="val 57134"/>
                <a:gd name="adj2" fmla="val 5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5C92A7F-2B84-460C-BB29-B5E1ADB66D6D}"/>
                </a:ext>
              </a:extLst>
            </p:cNvPr>
            <p:cNvSpPr/>
            <p:nvPr/>
          </p:nvSpPr>
          <p:spPr>
            <a:xfrm>
              <a:off x="1680755" y="2390044"/>
              <a:ext cx="938349" cy="938349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solidFill>
                    <a:schemeClr val="accent3">
                      <a:lumMod val="50000"/>
                    </a:schemeClr>
                  </a:solidFill>
                </a:rPr>
                <a:t>MSSQL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9BEED6F-3C99-43F8-A02A-81F4C8014FC3}"/>
              </a:ext>
            </a:extLst>
          </p:cNvPr>
          <p:cNvGrpSpPr/>
          <p:nvPr/>
        </p:nvGrpSpPr>
        <p:grpSpPr>
          <a:xfrm>
            <a:off x="5178931" y="1203598"/>
            <a:ext cx="2045782" cy="1123405"/>
            <a:chOff x="1680755" y="2337963"/>
            <a:chExt cx="1898468" cy="1042510"/>
          </a:xfrm>
        </p:grpSpPr>
        <p:sp>
          <p:nvSpPr>
            <p:cNvPr id="17" name="Arrow: Right 16">
              <a:extLst>
                <a:ext uri="{FF2B5EF4-FFF2-40B4-BE49-F238E27FC236}">
                  <a16:creationId xmlns:a16="http://schemas.microsoft.com/office/drawing/2014/main" id="{02962669-5971-4B55-A247-2E8517183F8B}"/>
                </a:ext>
              </a:extLst>
            </p:cNvPr>
            <p:cNvSpPr/>
            <p:nvPr/>
          </p:nvSpPr>
          <p:spPr>
            <a:xfrm>
              <a:off x="1994264" y="2337963"/>
              <a:ext cx="1584959" cy="1042510"/>
            </a:xfrm>
            <a:prstGeom prst="rightArrow">
              <a:avLst>
                <a:gd name="adj1" fmla="val 57134"/>
                <a:gd name="adj2" fmla="val 5000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885C6E2C-B18B-43C6-97FA-D12E729C8B2C}"/>
                </a:ext>
              </a:extLst>
            </p:cNvPr>
            <p:cNvSpPr/>
            <p:nvPr/>
          </p:nvSpPr>
          <p:spPr>
            <a:xfrm>
              <a:off x="1680755" y="2390044"/>
              <a:ext cx="938349" cy="938349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b="1" dirty="0">
                  <a:solidFill>
                    <a:schemeClr val="accent3">
                      <a:lumMod val="50000"/>
                    </a:schemeClr>
                  </a:solidFill>
                </a:rPr>
                <a:t>Autodial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CDADA57-30B0-447D-92A8-5C8766F69960}"/>
              </a:ext>
            </a:extLst>
          </p:cNvPr>
          <p:cNvGrpSpPr/>
          <p:nvPr/>
        </p:nvGrpSpPr>
        <p:grpSpPr>
          <a:xfrm>
            <a:off x="3145467" y="1203598"/>
            <a:ext cx="2045782" cy="1123405"/>
            <a:chOff x="1680755" y="2337963"/>
            <a:chExt cx="1898468" cy="1042510"/>
          </a:xfrm>
        </p:grpSpPr>
        <p:sp>
          <p:nvSpPr>
            <p:cNvPr id="20" name="Arrow: Right 19">
              <a:extLst>
                <a:ext uri="{FF2B5EF4-FFF2-40B4-BE49-F238E27FC236}">
                  <a16:creationId xmlns:a16="http://schemas.microsoft.com/office/drawing/2014/main" id="{698D9E04-57C2-474F-AB74-148012E77A56}"/>
                </a:ext>
              </a:extLst>
            </p:cNvPr>
            <p:cNvSpPr/>
            <p:nvPr/>
          </p:nvSpPr>
          <p:spPr>
            <a:xfrm>
              <a:off x="1994264" y="2337963"/>
              <a:ext cx="1584959" cy="1042510"/>
            </a:xfrm>
            <a:prstGeom prst="rightArrow">
              <a:avLst>
                <a:gd name="adj1" fmla="val 57134"/>
                <a:gd name="adj2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F10C854-4ABD-4DE4-8F90-E4A94983F1DD}"/>
                </a:ext>
              </a:extLst>
            </p:cNvPr>
            <p:cNvSpPr/>
            <p:nvPr/>
          </p:nvSpPr>
          <p:spPr>
            <a:xfrm>
              <a:off x="1680755" y="2390044"/>
              <a:ext cx="938349" cy="938349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accent3">
                      <a:lumMod val="50000"/>
                    </a:schemeClr>
                  </a:solidFill>
                </a:rPr>
                <a:t>Raw File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6F4C506-476C-4F50-9CED-2AD6319C4ED4}"/>
              </a:ext>
            </a:extLst>
          </p:cNvPr>
          <p:cNvGrpSpPr/>
          <p:nvPr/>
        </p:nvGrpSpPr>
        <p:grpSpPr>
          <a:xfrm>
            <a:off x="539552" y="1203598"/>
            <a:ext cx="2618233" cy="1123405"/>
            <a:chOff x="1149526" y="2337963"/>
            <a:chExt cx="2429697" cy="1042510"/>
          </a:xfrm>
        </p:grpSpPr>
        <p:sp>
          <p:nvSpPr>
            <p:cNvPr id="23" name="Arrow: Right 22">
              <a:extLst>
                <a:ext uri="{FF2B5EF4-FFF2-40B4-BE49-F238E27FC236}">
                  <a16:creationId xmlns:a16="http://schemas.microsoft.com/office/drawing/2014/main" id="{29B79187-45BF-4953-AB77-A842795D78F0}"/>
                </a:ext>
              </a:extLst>
            </p:cNvPr>
            <p:cNvSpPr/>
            <p:nvPr/>
          </p:nvSpPr>
          <p:spPr>
            <a:xfrm>
              <a:off x="1149526" y="2337963"/>
              <a:ext cx="2429697" cy="1042510"/>
            </a:xfrm>
            <a:prstGeom prst="rightArrow">
              <a:avLst>
                <a:gd name="adj1" fmla="val 57134"/>
                <a:gd name="adj2" fmla="val 5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5D3BEF3F-8BC6-492C-BD25-BCC339F8595E}"/>
                </a:ext>
              </a:extLst>
            </p:cNvPr>
            <p:cNvSpPr/>
            <p:nvPr/>
          </p:nvSpPr>
          <p:spPr>
            <a:xfrm>
              <a:off x="1680755" y="2390044"/>
              <a:ext cx="938349" cy="938349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accent3">
                      <a:lumMod val="50000"/>
                    </a:schemeClr>
                  </a:solidFill>
                </a:rPr>
                <a:t>AS400</a:t>
              </a:r>
            </a:p>
          </p:txBody>
        </p:sp>
      </p:grp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FF99361C-2478-4C19-BD3C-7CF558D3B839}"/>
              </a:ext>
            </a:extLst>
          </p:cNvPr>
          <p:cNvSpPr txBox="1">
            <a:spLocks/>
          </p:cNvSpPr>
          <p:nvPr/>
        </p:nvSpPr>
        <p:spPr>
          <a:xfrm>
            <a:off x="0" y="2561967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400" b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New</a:t>
            </a:r>
            <a:endParaRPr lang="th-TH" b="1" dirty="0"/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BAE8B36F-A449-4BE9-95A0-1C165C7473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27380" y="1433314"/>
            <a:ext cx="706387" cy="706387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83E58036-382D-422A-9C1F-C1F474BE80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78803" y="3293471"/>
            <a:ext cx="706387" cy="706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189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DC6E7563-68D4-4BD1-AD02-0158A7225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Port Management</a:t>
            </a:r>
            <a:endParaRPr lang="th-TH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9F69F60-C3F1-474D-BB51-84F59B660EA5}"/>
              </a:ext>
            </a:extLst>
          </p:cNvPr>
          <p:cNvSpPr/>
          <p:nvPr/>
        </p:nvSpPr>
        <p:spPr>
          <a:xfrm>
            <a:off x="2699792" y="1059582"/>
            <a:ext cx="2520280" cy="1800200"/>
          </a:xfrm>
          <a:prstGeom prst="rect">
            <a:avLst/>
          </a:prstGeom>
          <a:solidFill>
            <a:srgbClr val="9AD3E9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8F0C30B-61E9-40D5-8BD3-B0D20C134A4B}"/>
              </a:ext>
            </a:extLst>
          </p:cNvPr>
          <p:cNvSpPr/>
          <p:nvPr/>
        </p:nvSpPr>
        <p:spPr>
          <a:xfrm>
            <a:off x="5220072" y="1059582"/>
            <a:ext cx="1224136" cy="180020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F108EF9-C545-4526-842F-9EDDBDBF0069}"/>
              </a:ext>
            </a:extLst>
          </p:cNvPr>
          <p:cNvSpPr txBox="1"/>
          <p:nvPr/>
        </p:nvSpPr>
        <p:spPr>
          <a:xfrm>
            <a:off x="2699792" y="1086004"/>
            <a:ext cx="9284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Normal</a:t>
            </a:r>
            <a:endParaRPr lang="th-TH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CBE9015-4BC0-4C7B-94E4-17AED32932EA}"/>
              </a:ext>
            </a:extLst>
          </p:cNvPr>
          <p:cNvSpPr txBox="1"/>
          <p:nvPr/>
        </p:nvSpPr>
        <p:spPr>
          <a:xfrm>
            <a:off x="5251612" y="1059582"/>
            <a:ext cx="9284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OD</a:t>
            </a:r>
            <a:endParaRPr lang="th-TH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8A97EEA-CF28-4637-AD8D-F71CB0732126}"/>
              </a:ext>
            </a:extLst>
          </p:cNvPr>
          <p:cNvSpPr/>
          <p:nvPr/>
        </p:nvSpPr>
        <p:spPr>
          <a:xfrm>
            <a:off x="2699792" y="2859782"/>
            <a:ext cx="2160240" cy="1800200"/>
          </a:xfrm>
          <a:prstGeom prst="rect">
            <a:avLst/>
          </a:prstGeom>
          <a:solidFill>
            <a:schemeClr val="accent4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DF2576D-C794-4388-8E11-43B84BC95909}"/>
              </a:ext>
            </a:extLst>
          </p:cNvPr>
          <p:cNvSpPr txBox="1"/>
          <p:nvPr/>
        </p:nvSpPr>
        <p:spPr>
          <a:xfrm>
            <a:off x="2699792" y="2880237"/>
            <a:ext cx="9284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Current</a:t>
            </a:r>
            <a:endParaRPr lang="th-TH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B486676-0269-4CF5-917C-DD7A35A2E66B}"/>
              </a:ext>
            </a:extLst>
          </p:cNvPr>
          <p:cNvSpPr/>
          <p:nvPr/>
        </p:nvSpPr>
        <p:spPr>
          <a:xfrm>
            <a:off x="4854872" y="2859781"/>
            <a:ext cx="1589335" cy="890519"/>
          </a:xfrm>
          <a:prstGeom prst="rect">
            <a:avLst/>
          </a:prstGeom>
          <a:solidFill>
            <a:srgbClr val="A4B4EA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6269405-AE2F-4861-B462-F8946BB40F2F}"/>
              </a:ext>
            </a:extLst>
          </p:cNvPr>
          <p:cNvSpPr txBox="1"/>
          <p:nvPr/>
        </p:nvSpPr>
        <p:spPr>
          <a:xfrm>
            <a:off x="4852706" y="2866584"/>
            <a:ext cx="9284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W/O</a:t>
            </a:r>
            <a:endParaRPr lang="th-TH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BC9C725-E1EC-4E8E-8880-2453F2784152}"/>
              </a:ext>
            </a:extLst>
          </p:cNvPr>
          <p:cNvSpPr/>
          <p:nvPr/>
        </p:nvSpPr>
        <p:spPr>
          <a:xfrm>
            <a:off x="4860031" y="3750300"/>
            <a:ext cx="1584175" cy="288717"/>
          </a:xfrm>
          <a:prstGeom prst="rect">
            <a:avLst/>
          </a:prstGeom>
          <a:solidFill>
            <a:schemeClr val="accent5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A3D418B-C37A-46A7-B539-2A752DEFDE59}"/>
              </a:ext>
            </a:extLst>
          </p:cNvPr>
          <p:cNvSpPr txBox="1"/>
          <p:nvPr/>
        </p:nvSpPr>
        <p:spPr>
          <a:xfrm>
            <a:off x="4849712" y="3723878"/>
            <a:ext cx="9284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LG</a:t>
            </a:r>
            <a:endParaRPr lang="th-TH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1F98868-3FEC-4453-972A-2713F3E4F45A}"/>
              </a:ext>
            </a:extLst>
          </p:cNvPr>
          <p:cNvSpPr/>
          <p:nvPr/>
        </p:nvSpPr>
        <p:spPr>
          <a:xfrm>
            <a:off x="2859873" y="1418937"/>
            <a:ext cx="928459" cy="26161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Call Remind</a:t>
            </a:r>
            <a:endParaRPr lang="th-TH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ED28945-0B1C-47AB-83EB-9770F2A055E9}"/>
              </a:ext>
            </a:extLst>
          </p:cNvPr>
          <p:cNvSpPr/>
          <p:nvPr/>
        </p:nvSpPr>
        <p:spPr>
          <a:xfrm>
            <a:off x="5402820" y="1418937"/>
            <a:ext cx="928459" cy="261610"/>
          </a:xfrm>
          <a:prstGeom prst="rect">
            <a:avLst/>
          </a:prstGeom>
          <a:solidFill>
            <a:srgbClr val="FCE1DC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Refinance</a:t>
            </a:r>
            <a:endParaRPr lang="th-TH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C71992C-AEB2-49C2-B7BE-77D124405C38}"/>
              </a:ext>
            </a:extLst>
          </p:cNvPr>
          <p:cNvSpPr/>
          <p:nvPr/>
        </p:nvSpPr>
        <p:spPr>
          <a:xfrm>
            <a:off x="5402820" y="1756184"/>
            <a:ext cx="928459" cy="261610"/>
          </a:xfrm>
          <a:prstGeom prst="rect">
            <a:avLst/>
          </a:prstGeom>
          <a:solidFill>
            <a:srgbClr val="FAD2CA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Skip Due</a:t>
            </a:r>
            <a:endParaRPr lang="th-TH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1FFA27B-E1FA-43AE-B3A8-DD6A3582C042}"/>
              </a:ext>
            </a:extLst>
          </p:cNvPr>
          <p:cNvSpPr/>
          <p:nvPr/>
        </p:nvSpPr>
        <p:spPr>
          <a:xfrm>
            <a:off x="2917314" y="3217873"/>
            <a:ext cx="928459" cy="2616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First Due</a:t>
            </a:r>
            <a:endParaRPr lang="th-TH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2F52259-20B9-4D8C-9984-C5709B572C30}"/>
              </a:ext>
            </a:extLst>
          </p:cNvPr>
          <p:cNvSpPr/>
          <p:nvPr/>
        </p:nvSpPr>
        <p:spPr>
          <a:xfrm>
            <a:off x="2917314" y="3555120"/>
            <a:ext cx="928459" cy="26161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COLS</a:t>
            </a:r>
            <a:endParaRPr lang="th-TH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67FA538-5687-4066-AB5A-1A51D3DAB52B}"/>
              </a:ext>
            </a:extLst>
          </p:cNvPr>
          <p:cNvSpPr/>
          <p:nvPr/>
        </p:nvSpPr>
        <p:spPr>
          <a:xfrm>
            <a:off x="4860031" y="4042073"/>
            <a:ext cx="1584175" cy="32919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DB44E70-CDD1-4651-B2AD-D2CA60512ED0}"/>
              </a:ext>
            </a:extLst>
          </p:cNvPr>
          <p:cNvSpPr/>
          <p:nvPr/>
        </p:nvSpPr>
        <p:spPr>
          <a:xfrm>
            <a:off x="4860031" y="4379991"/>
            <a:ext cx="1584175" cy="288717"/>
          </a:xfrm>
          <a:prstGeom prst="rect">
            <a:avLst/>
          </a:prstGeom>
          <a:solidFill>
            <a:schemeClr val="accent5">
              <a:lumMod val="75000"/>
            </a:schemeClr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F22D7BD-E9D2-4846-B523-4F3D52691B78}"/>
              </a:ext>
            </a:extLst>
          </p:cNvPr>
          <p:cNvSpPr txBox="1"/>
          <p:nvPr/>
        </p:nvSpPr>
        <p:spPr>
          <a:xfrm>
            <a:off x="4861341" y="4017513"/>
            <a:ext cx="9284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</a:rPr>
              <a:t>New Port 1</a:t>
            </a:r>
            <a:endParaRPr lang="th-TH" sz="1050" dirty="0">
              <a:solidFill>
                <a:schemeClr val="bg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9FB6797-F719-4C42-8758-A274595AD9E5}"/>
              </a:ext>
            </a:extLst>
          </p:cNvPr>
          <p:cNvSpPr txBox="1"/>
          <p:nvPr/>
        </p:nvSpPr>
        <p:spPr>
          <a:xfrm>
            <a:off x="4840545" y="4352786"/>
            <a:ext cx="9284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</a:rPr>
              <a:t>New Port 2</a:t>
            </a:r>
            <a:endParaRPr lang="th-TH" sz="1050" dirty="0">
              <a:solidFill>
                <a:schemeClr val="bg1"/>
              </a:solidFill>
            </a:endParaRPr>
          </a:p>
        </p:txBody>
      </p: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0A8E8C66-F43F-4BD4-ACD9-CD8AAE050EAD}"/>
              </a:ext>
            </a:extLst>
          </p:cNvPr>
          <p:cNvGrpSpPr/>
          <p:nvPr/>
        </p:nvGrpSpPr>
        <p:grpSpPr>
          <a:xfrm>
            <a:off x="2089392" y="1349621"/>
            <a:ext cx="440268" cy="440268"/>
            <a:chOff x="1140822" y="1240279"/>
            <a:chExt cx="1340281" cy="1340281"/>
          </a:xfrm>
        </p:grpSpPr>
        <p:sp>
          <p:nvSpPr>
            <p:cNvPr id="115" name="Diamond 114">
              <a:extLst>
                <a:ext uri="{FF2B5EF4-FFF2-40B4-BE49-F238E27FC236}">
                  <a16:creationId xmlns:a16="http://schemas.microsoft.com/office/drawing/2014/main" id="{A645BF89-09DB-41C9-90F1-7088D1D9118B}"/>
                </a:ext>
              </a:extLst>
            </p:cNvPr>
            <p:cNvSpPr/>
            <p:nvPr/>
          </p:nvSpPr>
          <p:spPr>
            <a:xfrm>
              <a:off x="1140822" y="1240279"/>
              <a:ext cx="1340281" cy="1340281"/>
            </a:xfrm>
            <a:prstGeom prst="diamond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" name="Diamond 115">
              <a:extLst>
                <a:ext uri="{FF2B5EF4-FFF2-40B4-BE49-F238E27FC236}">
                  <a16:creationId xmlns:a16="http://schemas.microsoft.com/office/drawing/2014/main" id="{BDA17006-1AAD-48B7-9BB4-EA98D243E1E2}"/>
                </a:ext>
              </a:extLst>
            </p:cNvPr>
            <p:cNvSpPr/>
            <p:nvPr/>
          </p:nvSpPr>
          <p:spPr>
            <a:xfrm>
              <a:off x="1140822" y="1479615"/>
              <a:ext cx="861609" cy="861609"/>
            </a:xfrm>
            <a:prstGeom prst="diamond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9" name="TextBox 118">
            <a:extLst>
              <a:ext uri="{FF2B5EF4-FFF2-40B4-BE49-F238E27FC236}">
                <a16:creationId xmlns:a16="http://schemas.microsoft.com/office/drawing/2014/main" id="{1485F4B4-0054-4CDC-B225-31BD3772C4B8}"/>
              </a:ext>
            </a:extLst>
          </p:cNvPr>
          <p:cNvSpPr txBox="1"/>
          <p:nvPr/>
        </p:nvSpPr>
        <p:spPr>
          <a:xfrm>
            <a:off x="1209047" y="1418937"/>
            <a:ext cx="89159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Conditions </a:t>
            </a:r>
            <a:endParaRPr lang="th-TH" sz="1100" dirty="0"/>
          </a:p>
        </p:txBody>
      </p:sp>
      <p:sp>
        <p:nvSpPr>
          <p:cNvPr id="121" name="Diamond 120">
            <a:extLst>
              <a:ext uri="{FF2B5EF4-FFF2-40B4-BE49-F238E27FC236}">
                <a16:creationId xmlns:a16="http://schemas.microsoft.com/office/drawing/2014/main" id="{E8026F41-9D2F-4783-9B98-CBEA07B00E8D}"/>
              </a:ext>
            </a:extLst>
          </p:cNvPr>
          <p:cNvSpPr/>
          <p:nvPr/>
        </p:nvSpPr>
        <p:spPr>
          <a:xfrm>
            <a:off x="2090997" y="3212098"/>
            <a:ext cx="440268" cy="440268"/>
          </a:xfrm>
          <a:prstGeom prst="diamond">
            <a:avLst/>
          </a:prstGeom>
          <a:solidFill>
            <a:srgbClr val="98DF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2" name="Diamond 121">
            <a:extLst>
              <a:ext uri="{FF2B5EF4-FFF2-40B4-BE49-F238E27FC236}">
                <a16:creationId xmlns:a16="http://schemas.microsoft.com/office/drawing/2014/main" id="{E9CCBB9E-2CAE-48B0-AD8F-1657A720AFE8}"/>
              </a:ext>
            </a:extLst>
          </p:cNvPr>
          <p:cNvSpPr/>
          <p:nvPr/>
        </p:nvSpPr>
        <p:spPr>
          <a:xfrm>
            <a:off x="2090997" y="3290717"/>
            <a:ext cx="283029" cy="283029"/>
          </a:xfrm>
          <a:prstGeom prst="diamond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D6DA5334-2818-4617-BD8C-774C2B613649}"/>
              </a:ext>
            </a:extLst>
          </p:cNvPr>
          <p:cNvSpPr txBox="1"/>
          <p:nvPr/>
        </p:nvSpPr>
        <p:spPr>
          <a:xfrm>
            <a:off x="1210652" y="3281414"/>
            <a:ext cx="89159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Conditions </a:t>
            </a:r>
            <a:endParaRPr lang="th-TH" sz="1100" dirty="0"/>
          </a:p>
        </p:txBody>
      </p:sp>
      <p:sp>
        <p:nvSpPr>
          <p:cNvPr id="124" name="Diamond 123">
            <a:extLst>
              <a:ext uri="{FF2B5EF4-FFF2-40B4-BE49-F238E27FC236}">
                <a16:creationId xmlns:a16="http://schemas.microsoft.com/office/drawing/2014/main" id="{CA1787A0-B65B-4EF5-8A22-C3F79EE89F3A}"/>
              </a:ext>
            </a:extLst>
          </p:cNvPr>
          <p:cNvSpPr/>
          <p:nvPr/>
        </p:nvSpPr>
        <p:spPr>
          <a:xfrm flipH="1">
            <a:off x="6592620" y="1215604"/>
            <a:ext cx="427652" cy="440268"/>
          </a:xfrm>
          <a:prstGeom prst="diamond">
            <a:avLst/>
          </a:prstGeom>
          <a:solidFill>
            <a:srgbClr val="FACB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5" name="Diamond 124">
            <a:extLst>
              <a:ext uri="{FF2B5EF4-FFF2-40B4-BE49-F238E27FC236}">
                <a16:creationId xmlns:a16="http://schemas.microsoft.com/office/drawing/2014/main" id="{6B4113A0-5117-4247-8BB0-A411BBB375A3}"/>
              </a:ext>
            </a:extLst>
          </p:cNvPr>
          <p:cNvSpPr/>
          <p:nvPr/>
        </p:nvSpPr>
        <p:spPr>
          <a:xfrm flipH="1">
            <a:off x="6745353" y="1294223"/>
            <a:ext cx="274919" cy="283029"/>
          </a:xfrm>
          <a:prstGeom prst="diamond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C35B1313-0784-4076-92F9-8B1A42172529}"/>
              </a:ext>
            </a:extLst>
          </p:cNvPr>
          <p:cNvSpPr txBox="1"/>
          <p:nvPr/>
        </p:nvSpPr>
        <p:spPr>
          <a:xfrm>
            <a:off x="6984357" y="1297435"/>
            <a:ext cx="89159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Conditions </a:t>
            </a:r>
            <a:endParaRPr lang="th-TH" sz="1100" dirty="0"/>
          </a:p>
        </p:txBody>
      </p:sp>
      <p:sp>
        <p:nvSpPr>
          <p:cNvPr id="129" name="Diamond 128">
            <a:extLst>
              <a:ext uri="{FF2B5EF4-FFF2-40B4-BE49-F238E27FC236}">
                <a16:creationId xmlns:a16="http://schemas.microsoft.com/office/drawing/2014/main" id="{0EF8206F-DC6E-4768-947A-66A57B374247}"/>
              </a:ext>
            </a:extLst>
          </p:cNvPr>
          <p:cNvSpPr/>
          <p:nvPr/>
        </p:nvSpPr>
        <p:spPr>
          <a:xfrm flipH="1">
            <a:off x="6592620" y="2929211"/>
            <a:ext cx="427652" cy="440268"/>
          </a:xfrm>
          <a:prstGeom prst="diamond">
            <a:avLst/>
          </a:prstGeom>
          <a:solidFill>
            <a:srgbClr val="A4B4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0" name="Diamond 129">
            <a:extLst>
              <a:ext uri="{FF2B5EF4-FFF2-40B4-BE49-F238E27FC236}">
                <a16:creationId xmlns:a16="http://schemas.microsoft.com/office/drawing/2014/main" id="{4AEAE885-D494-45A8-B0E4-9A3FFF93BFE2}"/>
              </a:ext>
            </a:extLst>
          </p:cNvPr>
          <p:cNvSpPr/>
          <p:nvPr/>
        </p:nvSpPr>
        <p:spPr>
          <a:xfrm flipH="1">
            <a:off x="6745353" y="3007830"/>
            <a:ext cx="274919" cy="283029"/>
          </a:xfrm>
          <a:prstGeom prst="diamond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A6B56611-4A8F-4846-A7A4-6103A76770C7}"/>
              </a:ext>
            </a:extLst>
          </p:cNvPr>
          <p:cNvSpPr txBox="1"/>
          <p:nvPr/>
        </p:nvSpPr>
        <p:spPr>
          <a:xfrm>
            <a:off x="6984357" y="3011042"/>
            <a:ext cx="89159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Conditions </a:t>
            </a:r>
            <a:endParaRPr lang="th-TH" sz="1100" dirty="0"/>
          </a:p>
        </p:txBody>
      </p:sp>
    </p:spTree>
    <p:extLst>
      <p:ext uri="{BB962C8B-B14F-4D97-AF65-F5344CB8AC3E}">
        <p14:creationId xmlns:p14="http://schemas.microsoft.com/office/powerpoint/2010/main" val="35304255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-4564" y="123478"/>
            <a:ext cx="9144000" cy="576064"/>
          </a:xfrm>
        </p:spPr>
        <p:txBody>
          <a:bodyPr>
            <a:normAutofit fontScale="92500" lnSpcReduction="10000"/>
          </a:bodyPr>
          <a:lstStyle/>
          <a:p>
            <a:r>
              <a:rPr lang="en-US" altLang="ko-KR" dirty="0"/>
              <a:t>Port condition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-684585" y="1474745"/>
            <a:ext cx="25431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Condition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-675345" y="1751392"/>
            <a:ext cx="25431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Condition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-685743" y="2010933"/>
            <a:ext cx="25431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Condition 3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0BAE3C1-7B6D-4C0F-A30E-C8D3AF5D0E32}"/>
              </a:ext>
            </a:extLst>
          </p:cNvPr>
          <p:cNvGrpSpPr/>
          <p:nvPr/>
        </p:nvGrpSpPr>
        <p:grpSpPr>
          <a:xfrm>
            <a:off x="1835696" y="1563638"/>
            <a:ext cx="1111416" cy="595352"/>
            <a:chOff x="4047857" y="1863943"/>
            <a:chExt cx="4489128" cy="2404689"/>
          </a:xfrm>
        </p:grpSpPr>
        <p:sp>
          <p:nvSpPr>
            <p:cNvPr id="4" name="Rectangle 3"/>
            <p:cNvSpPr/>
            <p:nvPr/>
          </p:nvSpPr>
          <p:spPr>
            <a:xfrm>
              <a:off x="4860032" y="2886268"/>
              <a:ext cx="3283539" cy="3600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Chevron 4"/>
            <p:cNvSpPr/>
            <p:nvPr/>
          </p:nvSpPr>
          <p:spPr>
            <a:xfrm>
              <a:off x="6952809" y="1863944"/>
              <a:ext cx="1584176" cy="2404688"/>
            </a:xfrm>
            <a:prstGeom prst="chevron">
              <a:avLst>
                <a:gd name="adj" fmla="val 69145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Rectangle 4"/>
            <p:cNvSpPr/>
            <p:nvPr/>
          </p:nvSpPr>
          <p:spPr>
            <a:xfrm>
              <a:off x="4860031" y="3297096"/>
              <a:ext cx="2880321" cy="360040"/>
            </a:xfrm>
            <a:custGeom>
              <a:avLst/>
              <a:gdLst>
                <a:gd name="connsiteX0" fmla="*/ 0 w 2880321"/>
                <a:gd name="connsiteY0" fmla="*/ 0 h 360040"/>
                <a:gd name="connsiteX1" fmla="*/ 2880321 w 2880321"/>
                <a:gd name="connsiteY1" fmla="*/ 0 h 360040"/>
                <a:gd name="connsiteX2" fmla="*/ 2880321 w 2880321"/>
                <a:gd name="connsiteY2" fmla="*/ 360040 h 360040"/>
                <a:gd name="connsiteX3" fmla="*/ 0 w 2880321"/>
                <a:gd name="connsiteY3" fmla="*/ 360040 h 360040"/>
                <a:gd name="connsiteX4" fmla="*/ 0 w 2880321"/>
                <a:gd name="connsiteY4" fmla="*/ 0 h 360040"/>
                <a:gd name="connsiteX0" fmla="*/ 0 w 2880321"/>
                <a:gd name="connsiteY0" fmla="*/ 0 h 360040"/>
                <a:gd name="connsiteX1" fmla="*/ 2880321 w 2880321"/>
                <a:gd name="connsiteY1" fmla="*/ 0 h 360040"/>
                <a:gd name="connsiteX2" fmla="*/ 2586122 w 2880321"/>
                <a:gd name="connsiteY2" fmla="*/ 312332 h 360040"/>
                <a:gd name="connsiteX3" fmla="*/ 0 w 2880321"/>
                <a:gd name="connsiteY3" fmla="*/ 360040 h 360040"/>
                <a:gd name="connsiteX4" fmla="*/ 0 w 2880321"/>
                <a:gd name="connsiteY4" fmla="*/ 0 h 360040"/>
                <a:gd name="connsiteX0" fmla="*/ 0 w 2880321"/>
                <a:gd name="connsiteY0" fmla="*/ 0 h 360040"/>
                <a:gd name="connsiteX1" fmla="*/ 2880321 w 2880321"/>
                <a:gd name="connsiteY1" fmla="*/ 0 h 360040"/>
                <a:gd name="connsiteX2" fmla="*/ 2538415 w 2880321"/>
                <a:gd name="connsiteY2" fmla="*/ 296430 h 360040"/>
                <a:gd name="connsiteX3" fmla="*/ 0 w 2880321"/>
                <a:gd name="connsiteY3" fmla="*/ 360040 h 360040"/>
                <a:gd name="connsiteX4" fmla="*/ 0 w 2880321"/>
                <a:gd name="connsiteY4" fmla="*/ 0 h 360040"/>
                <a:gd name="connsiteX0" fmla="*/ 0 w 2880321"/>
                <a:gd name="connsiteY0" fmla="*/ 0 h 360040"/>
                <a:gd name="connsiteX1" fmla="*/ 2880321 w 2880321"/>
                <a:gd name="connsiteY1" fmla="*/ 0 h 360040"/>
                <a:gd name="connsiteX2" fmla="*/ 2545449 w 2880321"/>
                <a:gd name="connsiteY2" fmla="*/ 338633 h 360040"/>
                <a:gd name="connsiteX3" fmla="*/ 0 w 2880321"/>
                <a:gd name="connsiteY3" fmla="*/ 360040 h 360040"/>
                <a:gd name="connsiteX4" fmla="*/ 0 w 2880321"/>
                <a:gd name="connsiteY4" fmla="*/ 0 h 360040"/>
                <a:gd name="connsiteX0" fmla="*/ 0 w 2880321"/>
                <a:gd name="connsiteY0" fmla="*/ 0 h 360040"/>
                <a:gd name="connsiteX1" fmla="*/ 2880321 w 2880321"/>
                <a:gd name="connsiteY1" fmla="*/ 0 h 360040"/>
                <a:gd name="connsiteX2" fmla="*/ 2531381 w 2880321"/>
                <a:gd name="connsiteY2" fmla="*/ 359735 h 360040"/>
                <a:gd name="connsiteX3" fmla="*/ 0 w 2880321"/>
                <a:gd name="connsiteY3" fmla="*/ 360040 h 360040"/>
                <a:gd name="connsiteX4" fmla="*/ 0 w 2880321"/>
                <a:gd name="connsiteY4" fmla="*/ 0 h 36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80321" h="360040">
                  <a:moveTo>
                    <a:pt x="0" y="0"/>
                  </a:moveTo>
                  <a:lnTo>
                    <a:pt x="2880321" y="0"/>
                  </a:lnTo>
                  <a:lnTo>
                    <a:pt x="2531381" y="359735"/>
                  </a:lnTo>
                  <a:lnTo>
                    <a:pt x="0" y="3600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Rectangle 5"/>
            <p:cNvSpPr/>
            <p:nvPr/>
          </p:nvSpPr>
          <p:spPr>
            <a:xfrm>
              <a:off x="4864576" y="2475439"/>
              <a:ext cx="2880321" cy="360040"/>
            </a:xfrm>
            <a:custGeom>
              <a:avLst/>
              <a:gdLst>
                <a:gd name="connsiteX0" fmla="*/ 0 w 2880321"/>
                <a:gd name="connsiteY0" fmla="*/ 0 h 360040"/>
                <a:gd name="connsiteX1" fmla="*/ 2880321 w 2880321"/>
                <a:gd name="connsiteY1" fmla="*/ 0 h 360040"/>
                <a:gd name="connsiteX2" fmla="*/ 2880321 w 2880321"/>
                <a:gd name="connsiteY2" fmla="*/ 360040 h 360040"/>
                <a:gd name="connsiteX3" fmla="*/ 0 w 2880321"/>
                <a:gd name="connsiteY3" fmla="*/ 360040 h 360040"/>
                <a:gd name="connsiteX4" fmla="*/ 0 w 2880321"/>
                <a:gd name="connsiteY4" fmla="*/ 0 h 360040"/>
                <a:gd name="connsiteX0" fmla="*/ 0 w 2880321"/>
                <a:gd name="connsiteY0" fmla="*/ 0 h 360040"/>
                <a:gd name="connsiteX1" fmla="*/ 2514561 w 2880321"/>
                <a:gd name="connsiteY1" fmla="*/ 7951 h 360040"/>
                <a:gd name="connsiteX2" fmla="*/ 2880321 w 2880321"/>
                <a:gd name="connsiteY2" fmla="*/ 360040 h 360040"/>
                <a:gd name="connsiteX3" fmla="*/ 0 w 2880321"/>
                <a:gd name="connsiteY3" fmla="*/ 360040 h 360040"/>
                <a:gd name="connsiteX4" fmla="*/ 0 w 2880321"/>
                <a:gd name="connsiteY4" fmla="*/ 0 h 360040"/>
                <a:gd name="connsiteX0" fmla="*/ 0 w 2880321"/>
                <a:gd name="connsiteY0" fmla="*/ 0 h 360040"/>
                <a:gd name="connsiteX1" fmla="*/ 2521595 w 2880321"/>
                <a:gd name="connsiteY1" fmla="*/ 917 h 360040"/>
                <a:gd name="connsiteX2" fmla="*/ 2880321 w 2880321"/>
                <a:gd name="connsiteY2" fmla="*/ 360040 h 360040"/>
                <a:gd name="connsiteX3" fmla="*/ 0 w 2880321"/>
                <a:gd name="connsiteY3" fmla="*/ 360040 h 360040"/>
                <a:gd name="connsiteX4" fmla="*/ 0 w 2880321"/>
                <a:gd name="connsiteY4" fmla="*/ 0 h 360040"/>
                <a:gd name="connsiteX0" fmla="*/ 0 w 2880321"/>
                <a:gd name="connsiteY0" fmla="*/ 0 h 360040"/>
                <a:gd name="connsiteX1" fmla="*/ 2521595 w 2880321"/>
                <a:gd name="connsiteY1" fmla="*/ 917 h 360040"/>
                <a:gd name="connsiteX2" fmla="*/ 2880321 w 2880321"/>
                <a:gd name="connsiteY2" fmla="*/ 360040 h 360040"/>
                <a:gd name="connsiteX3" fmla="*/ 0 w 2880321"/>
                <a:gd name="connsiteY3" fmla="*/ 360040 h 360040"/>
                <a:gd name="connsiteX4" fmla="*/ 0 w 2880321"/>
                <a:gd name="connsiteY4" fmla="*/ 0 h 360040"/>
                <a:gd name="connsiteX0" fmla="*/ 0 w 2880321"/>
                <a:gd name="connsiteY0" fmla="*/ 0 h 360040"/>
                <a:gd name="connsiteX1" fmla="*/ 2528629 w 2880321"/>
                <a:gd name="connsiteY1" fmla="*/ 14985 h 360040"/>
                <a:gd name="connsiteX2" fmla="*/ 2880321 w 2880321"/>
                <a:gd name="connsiteY2" fmla="*/ 360040 h 360040"/>
                <a:gd name="connsiteX3" fmla="*/ 0 w 2880321"/>
                <a:gd name="connsiteY3" fmla="*/ 360040 h 360040"/>
                <a:gd name="connsiteX4" fmla="*/ 0 w 2880321"/>
                <a:gd name="connsiteY4" fmla="*/ 0 h 360040"/>
                <a:gd name="connsiteX0" fmla="*/ 0 w 2880321"/>
                <a:gd name="connsiteY0" fmla="*/ 0 h 360040"/>
                <a:gd name="connsiteX1" fmla="*/ 2535662 w 2880321"/>
                <a:gd name="connsiteY1" fmla="*/ 7951 h 360040"/>
                <a:gd name="connsiteX2" fmla="*/ 2880321 w 2880321"/>
                <a:gd name="connsiteY2" fmla="*/ 360040 h 360040"/>
                <a:gd name="connsiteX3" fmla="*/ 0 w 2880321"/>
                <a:gd name="connsiteY3" fmla="*/ 360040 h 360040"/>
                <a:gd name="connsiteX4" fmla="*/ 0 w 2880321"/>
                <a:gd name="connsiteY4" fmla="*/ 0 h 36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80321" h="360040">
                  <a:moveTo>
                    <a:pt x="0" y="0"/>
                  </a:moveTo>
                  <a:lnTo>
                    <a:pt x="2535662" y="7951"/>
                  </a:lnTo>
                  <a:lnTo>
                    <a:pt x="2880321" y="360040"/>
                  </a:lnTo>
                  <a:lnTo>
                    <a:pt x="0" y="3600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Parallelogram 7"/>
            <p:cNvSpPr/>
            <p:nvPr/>
          </p:nvSpPr>
          <p:spPr>
            <a:xfrm>
              <a:off x="6309281" y="3297096"/>
              <a:ext cx="1435616" cy="971536"/>
            </a:xfrm>
            <a:prstGeom prst="parallelogram">
              <a:avLst>
                <a:gd name="adj" fmla="val 96267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Parallelogram 8"/>
            <p:cNvSpPr/>
            <p:nvPr/>
          </p:nvSpPr>
          <p:spPr>
            <a:xfrm flipH="1">
              <a:off x="6309281" y="1863943"/>
              <a:ext cx="1435616" cy="971536"/>
            </a:xfrm>
            <a:prstGeom prst="parallelogram">
              <a:avLst>
                <a:gd name="adj" fmla="val 9626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9" name="Elbow Connector 18"/>
            <p:cNvCxnSpPr>
              <a:cxnSpLocks/>
            </p:cNvCxnSpPr>
            <p:nvPr/>
          </p:nvCxnSpPr>
          <p:spPr>
            <a:xfrm rot="10800000">
              <a:off x="4047858" y="1973306"/>
              <a:ext cx="816721" cy="675662"/>
            </a:xfrm>
            <a:prstGeom prst="bentConnector3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>
              <a:cxnSpLocks/>
              <a:stCxn id="4" idx="1"/>
            </p:cNvCxnSpPr>
            <p:nvPr/>
          </p:nvCxnSpPr>
          <p:spPr>
            <a:xfrm flipH="1" flipV="1">
              <a:off x="4047857" y="3057402"/>
              <a:ext cx="812175" cy="8886"/>
            </a:xfrm>
            <a:prstGeom prst="line">
              <a:avLst/>
            </a:prstGeom>
            <a:ln w="254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Elbow Connector 20"/>
            <p:cNvCxnSpPr/>
            <p:nvPr/>
          </p:nvCxnSpPr>
          <p:spPr>
            <a:xfrm rot="10800000" flipV="1">
              <a:off x="4047857" y="3477114"/>
              <a:ext cx="812174" cy="695161"/>
            </a:xfrm>
            <a:prstGeom prst="bentConnector3">
              <a:avLst/>
            </a:prstGeom>
            <a:ln w="25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A4337B1F-5CB9-4116-B544-4204D81614E6}"/>
              </a:ext>
            </a:extLst>
          </p:cNvPr>
          <p:cNvSpPr/>
          <p:nvPr/>
        </p:nvSpPr>
        <p:spPr>
          <a:xfrm>
            <a:off x="3040110" y="1634889"/>
            <a:ext cx="1302507" cy="414190"/>
          </a:xfrm>
          <a:prstGeom prst="rect">
            <a:avLst/>
          </a:prstGeom>
          <a:solidFill>
            <a:srgbClr val="9AD3E9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Remind</a:t>
            </a:r>
            <a:endParaRPr lang="th-TH" sz="1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65A0AE0-690F-4869-8859-22B51D9131C0}"/>
              </a:ext>
            </a:extLst>
          </p:cNvPr>
          <p:cNvSpPr txBox="1"/>
          <p:nvPr/>
        </p:nvSpPr>
        <p:spPr>
          <a:xfrm>
            <a:off x="-622801" y="3227501"/>
            <a:ext cx="25431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Condition 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8CAD6FB-CF09-4DCF-92E1-B6E4ED52475B}"/>
              </a:ext>
            </a:extLst>
          </p:cNvPr>
          <p:cNvSpPr txBox="1"/>
          <p:nvPr/>
        </p:nvSpPr>
        <p:spPr>
          <a:xfrm>
            <a:off x="-595303" y="3504148"/>
            <a:ext cx="25431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Condition 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03DC26C-2406-429C-9B85-06D8A09A78A9}"/>
              </a:ext>
            </a:extLst>
          </p:cNvPr>
          <p:cNvSpPr txBox="1"/>
          <p:nvPr/>
        </p:nvSpPr>
        <p:spPr>
          <a:xfrm>
            <a:off x="-623959" y="3763689"/>
            <a:ext cx="25431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Condition 3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34AAC3C-E2D4-4A27-AABD-1F0856A4EB9E}"/>
              </a:ext>
            </a:extLst>
          </p:cNvPr>
          <p:cNvGrpSpPr/>
          <p:nvPr/>
        </p:nvGrpSpPr>
        <p:grpSpPr>
          <a:xfrm>
            <a:off x="1897480" y="3316394"/>
            <a:ext cx="1111416" cy="595352"/>
            <a:chOff x="4047857" y="1863943"/>
            <a:chExt cx="4489128" cy="2404689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0B83E8F-B70C-4507-96D6-A7EA50429C9C}"/>
                </a:ext>
              </a:extLst>
            </p:cNvPr>
            <p:cNvSpPr/>
            <p:nvPr/>
          </p:nvSpPr>
          <p:spPr>
            <a:xfrm>
              <a:off x="4860032" y="2886268"/>
              <a:ext cx="3283539" cy="3600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Chevron 4">
              <a:extLst>
                <a:ext uri="{FF2B5EF4-FFF2-40B4-BE49-F238E27FC236}">
                  <a16:creationId xmlns:a16="http://schemas.microsoft.com/office/drawing/2014/main" id="{F84DDC6F-FE16-4844-B5C6-58A94243BB65}"/>
                </a:ext>
              </a:extLst>
            </p:cNvPr>
            <p:cNvSpPr/>
            <p:nvPr/>
          </p:nvSpPr>
          <p:spPr>
            <a:xfrm>
              <a:off x="6952809" y="1863944"/>
              <a:ext cx="1584176" cy="2404688"/>
            </a:xfrm>
            <a:prstGeom prst="chevron">
              <a:avLst>
                <a:gd name="adj" fmla="val 69145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Rectangle 4">
              <a:extLst>
                <a:ext uri="{FF2B5EF4-FFF2-40B4-BE49-F238E27FC236}">
                  <a16:creationId xmlns:a16="http://schemas.microsoft.com/office/drawing/2014/main" id="{C4F6A4FB-35CA-49B8-BA5E-E48E3E923999}"/>
                </a:ext>
              </a:extLst>
            </p:cNvPr>
            <p:cNvSpPr/>
            <p:nvPr/>
          </p:nvSpPr>
          <p:spPr>
            <a:xfrm>
              <a:off x="4860031" y="3297096"/>
              <a:ext cx="2880321" cy="360040"/>
            </a:xfrm>
            <a:custGeom>
              <a:avLst/>
              <a:gdLst>
                <a:gd name="connsiteX0" fmla="*/ 0 w 2880321"/>
                <a:gd name="connsiteY0" fmla="*/ 0 h 360040"/>
                <a:gd name="connsiteX1" fmla="*/ 2880321 w 2880321"/>
                <a:gd name="connsiteY1" fmla="*/ 0 h 360040"/>
                <a:gd name="connsiteX2" fmla="*/ 2880321 w 2880321"/>
                <a:gd name="connsiteY2" fmla="*/ 360040 h 360040"/>
                <a:gd name="connsiteX3" fmla="*/ 0 w 2880321"/>
                <a:gd name="connsiteY3" fmla="*/ 360040 h 360040"/>
                <a:gd name="connsiteX4" fmla="*/ 0 w 2880321"/>
                <a:gd name="connsiteY4" fmla="*/ 0 h 360040"/>
                <a:gd name="connsiteX0" fmla="*/ 0 w 2880321"/>
                <a:gd name="connsiteY0" fmla="*/ 0 h 360040"/>
                <a:gd name="connsiteX1" fmla="*/ 2880321 w 2880321"/>
                <a:gd name="connsiteY1" fmla="*/ 0 h 360040"/>
                <a:gd name="connsiteX2" fmla="*/ 2586122 w 2880321"/>
                <a:gd name="connsiteY2" fmla="*/ 312332 h 360040"/>
                <a:gd name="connsiteX3" fmla="*/ 0 w 2880321"/>
                <a:gd name="connsiteY3" fmla="*/ 360040 h 360040"/>
                <a:gd name="connsiteX4" fmla="*/ 0 w 2880321"/>
                <a:gd name="connsiteY4" fmla="*/ 0 h 360040"/>
                <a:gd name="connsiteX0" fmla="*/ 0 w 2880321"/>
                <a:gd name="connsiteY0" fmla="*/ 0 h 360040"/>
                <a:gd name="connsiteX1" fmla="*/ 2880321 w 2880321"/>
                <a:gd name="connsiteY1" fmla="*/ 0 h 360040"/>
                <a:gd name="connsiteX2" fmla="*/ 2538415 w 2880321"/>
                <a:gd name="connsiteY2" fmla="*/ 296430 h 360040"/>
                <a:gd name="connsiteX3" fmla="*/ 0 w 2880321"/>
                <a:gd name="connsiteY3" fmla="*/ 360040 h 360040"/>
                <a:gd name="connsiteX4" fmla="*/ 0 w 2880321"/>
                <a:gd name="connsiteY4" fmla="*/ 0 h 360040"/>
                <a:gd name="connsiteX0" fmla="*/ 0 w 2880321"/>
                <a:gd name="connsiteY0" fmla="*/ 0 h 360040"/>
                <a:gd name="connsiteX1" fmla="*/ 2880321 w 2880321"/>
                <a:gd name="connsiteY1" fmla="*/ 0 h 360040"/>
                <a:gd name="connsiteX2" fmla="*/ 2545449 w 2880321"/>
                <a:gd name="connsiteY2" fmla="*/ 338633 h 360040"/>
                <a:gd name="connsiteX3" fmla="*/ 0 w 2880321"/>
                <a:gd name="connsiteY3" fmla="*/ 360040 h 360040"/>
                <a:gd name="connsiteX4" fmla="*/ 0 w 2880321"/>
                <a:gd name="connsiteY4" fmla="*/ 0 h 360040"/>
                <a:gd name="connsiteX0" fmla="*/ 0 w 2880321"/>
                <a:gd name="connsiteY0" fmla="*/ 0 h 360040"/>
                <a:gd name="connsiteX1" fmla="*/ 2880321 w 2880321"/>
                <a:gd name="connsiteY1" fmla="*/ 0 h 360040"/>
                <a:gd name="connsiteX2" fmla="*/ 2531381 w 2880321"/>
                <a:gd name="connsiteY2" fmla="*/ 359735 h 360040"/>
                <a:gd name="connsiteX3" fmla="*/ 0 w 2880321"/>
                <a:gd name="connsiteY3" fmla="*/ 360040 h 360040"/>
                <a:gd name="connsiteX4" fmla="*/ 0 w 2880321"/>
                <a:gd name="connsiteY4" fmla="*/ 0 h 36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80321" h="360040">
                  <a:moveTo>
                    <a:pt x="0" y="0"/>
                  </a:moveTo>
                  <a:lnTo>
                    <a:pt x="2880321" y="0"/>
                  </a:lnTo>
                  <a:lnTo>
                    <a:pt x="2531381" y="359735"/>
                  </a:lnTo>
                  <a:lnTo>
                    <a:pt x="0" y="3600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1" name="Rectangle 5">
              <a:extLst>
                <a:ext uri="{FF2B5EF4-FFF2-40B4-BE49-F238E27FC236}">
                  <a16:creationId xmlns:a16="http://schemas.microsoft.com/office/drawing/2014/main" id="{73368233-4BC6-4A47-85F7-48C1D2C231BC}"/>
                </a:ext>
              </a:extLst>
            </p:cNvPr>
            <p:cNvSpPr/>
            <p:nvPr/>
          </p:nvSpPr>
          <p:spPr>
            <a:xfrm>
              <a:off x="4864576" y="2475439"/>
              <a:ext cx="2880321" cy="360040"/>
            </a:xfrm>
            <a:custGeom>
              <a:avLst/>
              <a:gdLst>
                <a:gd name="connsiteX0" fmla="*/ 0 w 2880321"/>
                <a:gd name="connsiteY0" fmla="*/ 0 h 360040"/>
                <a:gd name="connsiteX1" fmla="*/ 2880321 w 2880321"/>
                <a:gd name="connsiteY1" fmla="*/ 0 h 360040"/>
                <a:gd name="connsiteX2" fmla="*/ 2880321 w 2880321"/>
                <a:gd name="connsiteY2" fmla="*/ 360040 h 360040"/>
                <a:gd name="connsiteX3" fmla="*/ 0 w 2880321"/>
                <a:gd name="connsiteY3" fmla="*/ 360040 h 360040"/>
                <a:gd name="connsiteX4" fmla="*/ 0 w 2880321"/>
                <a:gd name="connsiteY4" fmla="*/ 0 h 360040"/>
                <a:gd name="connsiteX0" fmla="*/ 0 w 2880321"/>
                <a:gd name="connsiteY0" fmla="*/ 0 h 360040"/>
                <a:gd name="connsiteX1" fmla="*/ 2514561 w 2880321"/>
                <a:gd name="connsiteY1" fmla="*/ 7951 h 360040"/>
                <a:gd name="connsiteX2" fmla="*/ 2880321 w 2880321"/>
                <a:gd name="connsiteY2" fmla="*/ 360040 h 360040"/>
                <a:gd name="connsiteX3" fmla="*/ 0 w 2880321"/>
                <a:gd name="connsiteY3" fmla="*/ 360040 h 360040"/>
                <a:gd name="connsiteX4" fmla="*/ 0 w 2880321"/>
                <a:gd name="connsiteY4" fmla="*/ 0 h 360040"/>
                <a:gd name="connsiteX0" fmla="*/ 0 w 2880321"/>
                <a:gd name="connsiteY0" fmla="*/ 0 h 360040"/>
                <a:gd name="connsiteX1" fmla="*/ 2521595 w 2880321"/>
                <a:gd name="connsiteY1" fmla="*/ 917 h 360040"/>
                <a:gd name="connsiteX2" fmla="*/ 2880321 w 2880321"/>
                <a:gd name="connsiteY2" fmla="*/ 360040 h 360040"/>
                <a:gd name="connsiteX3" fmla="*/ 0 w 2880321"/>
                <a:gd name="connsiteY3" fmla="*/ 360040 h 360040"/>
                <a:gd name="connsiteX4" fmla="*/ 0 w 2880321"/>
                <a:gd name="connsiteY4" fmla="*/ 0 h 360040"/>
                <a:gd name="connsiteX0" fmla="*/ 0 w 2880321"/>
                <a:gd name="connsiteY0" fmla="*/ 0 h 360040"/>
                <a:gd name="connsiteX1" fmla="*/ 2521595 w 2880321"/>
                <a:gd name="connsiteY1" fmla="*/ 917 h 360040"/>
                <a:gd name="connsiteX2" fmla="*/ 2880321 w 2880321"/>
                <a:gd name="connsiteY2" fmla="*/ 360040 h 360040"/>
                <a:gd name="connsiteX3" fmla="*/ 0 w 2880321"/>
                <a:gd name="connsiteY3" fmla="*/ 360040 h 360040"/>
                <a:gd name="connsiteX4" fmla="*/ 0 w 2880321"/>
                <a:gd name="connsiteY4" fmla="*/ 0 h 360040"/>
                <a:gd name="connsiteX0" fmla="*/ 0 w 2880321"/>
                <a:gd name="connsiteY0" fmla="*/ 0 h 360040"/>
                <a:gd name="connsiteX1" fmla="*/ 2528629 w 2880321"/>
                <a:gd name="connsiteY1" fmla="*/ 14985 h 360040"/>
                <a:gd name="connsiteX2" fmla="*/ 2880321 w 2880321"/>
                <a:gd name="connsiteY2" fmla="*/ 360040 h 360040"/>
                <a:gd name="connsiteX3" fmla="*/ 0 w 2880321"/>
                <a:gd name="connsiteY3" fmla="*/ 360040 h 360040"/>
                <a:gd name="connsiteX4" fmla="*/ 0 w 2880321"/>
                <a:gd name="connsiteY4" fmla="*/ 0 h 360040"/>
                <a:gd name="connsiteX0" fmla="*/ 0 w 2880321"/>
                <a:gd name="connsiteY0" fmla="*/ 0 h 360040"/>
                <a:gd name="connsiteX1" fmla="*/ 2535662 w 2880321"/>
                <a:gd name="connsiteY1" fmla="*/ 7951 h 360040"/>
                <a:gd name="connsiteX2" fmla="*/ 2880321 w 2880321"/>
                <a:gd name="connsiteY2" fmla="*/ 360040 h 360040"/>
                <a:gd name="connsiteX3" fmla="*/ 0 w 2880321"/>
                <a:gd name="connsiteY3" fmla="*/ 360040 h 360040"/>
                <a:gd name="connsiteX4" fmla="*/ 0 w 2880321"/>
                <a:gd name="connsiteY4" fmla="*/ 0 h 36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80321" h="360040">
                  <a:moveTo>
                    <a:pt x="0" y="0"/>
                  </a:moveTo>
                  <a:lnTo>
                    <a:pt x="2535662" y="7951"/>
                  </a:lnTo>
                  <a:lnTo>
                    <a:pt x="2880321" y="360040"/>
                  </a:lnTo>
                  <a:lnTo>
                    <a:pt x="0" y="3600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48D83F26-173D-412E-9706-9A205EA56504}"/>
                </a:ext>
              </a:extLst>
            </p:cNvPr>
            <p:cNvSpPr/>
            <p:nvPr/>
          </p:nvSpPr>
          <p:spPr>
            <a:xfrm>
              <a:off x="6309281" y="3297096"/>
              <a:ext cx="1435616" cy="971536"/>
            </a:xfrm>
            <a:prstGeom prst="parallelogram">
              <a:avLst>
                <a:gd name="adj" fmla="val 96267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DDEBF187-AE6F-4A4A-A5C0-0D7284529657}"/>
                </a:ext>
              </a:extLst>
            </p:cNvPr>
            <p:cNvSpPr/>
            <p:nvPr/>
          </p:nvSpPr>
          <p:spPr>
            <a:xfrm flipH="1">
              <a:off x="6309281" y="1863943"/>
              <a:ext cx="1435616" cy="971536"/>
            </a:xfrm>
            <a:prstGeom prst="parallelogram">
              <a:avLst>
                <a:gd name="adj" fmla="val 9626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4" name="Elbow Connector 18">
              <a:extLst>
                <a:ext uri="{FF2B5EF4-FFF2-40B4-BE49-F238E27FC236}">
                  <a16:creationId xmlns:a16="http://schemas.microsoft.com/office/drawing/2014/main" id="{31F75019-B3E4-430E-8514-3B1CC39B7CE8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047858" y="1973306"/>
              <a:ext cx="816721" cy="675662"/>
            </a:xfrm>
            <a:prstGeom prst="bentConnector3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A6DBDDF-B931-41A3-94CA-14C8B024DB96}"/>
                </a:ext>
              </a:extLst>
            </p:cNvPr>
            <p:cNvCxnSpPr>
              <a:cxnSpLocks/>
              <a:stCxn id="28" idx="1"/>
            </p:cNvCxnSpPr>
            <p:nvPr/>
          </p:nvCxnSpPr>
          <p:spPr>
            <a:xfrm flipH="1" flipV="1">
              <a:off x="4047857" y="3057402"/>
              <a:ext cx="812175" cy="8886"/>
            </a:xfrm>
            <a:prstGeom prst="line">
              <a:avLst/>
            </a:prstGeom>
            <a:ln w="254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Elbow Connector 20">
              <a:extLst>
                <a:ext uri="{FF2B5EF4-FFF2-40B4-BE49-F238E27FC236}">
                  <a16:creationId xmlns:a16="http://schemas.microsoft.com/office/drawing/2014/main" id="{25912910-F92C-4554-A80D-BE0F57D649A2}"/>
                </a:ext>
              </a:extLst>
            </p:cNvPr>
            <p:cNvCxnSpPr/>
            <p:nvPr/>
          </p:nvCxnSpPr>
          <p:spPr>
            <a:xfrm rot="10800000" flipV="1">
              <a:off x="4047857" y="3477114"/>
              <a:ext cx="812174" cy="695161"/>
            </a:xfrm>
            <a:prstGeom prst="bentConnector3">
              <a:avLst/>
            </a:prstGeom>
            <a:ln w="25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C3D13161-8861-4AE4-9871-4A3F92E77D79}"/>
              </a:ext>
            </a:extLst>
          </p:cNvPr>
          <p:cNvSpPr/>
          <p:nvPr/>
        </p:nvSpPr>
        <p:spPr>
          <a:xfrm>
            <a:off x="3101894" y="3387645"/>
            <a:ext cx="1302507" cy="414190"/>
          </a:xfrm>
          <a:prstGeom prst="rect">
            <a:avLst/>
          </a:prstGeom>
          <a:solidFill>
            <a:srgbClr val="F8B2A3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OD</a:t>
            </a:r>
            <a:endParaRPr lang="th-TH" sz="14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05E4884-BBAC-424D-ADC8-0866EA2B42CC}"/>
              </a:ext>
            </a:extLst>
          </p:cNvPr>
          <p:cNvGrpSpPr/>
          <p:nvPr/>
        </p:nvGrpSpPr>
        <p:grpSpPr>
          <a:xfrm>
            <a:off x="5611692" y="1563638"/>
            <a:ext cx="1111416" cy="595352"/>
            <a:chOff x="4047857" y="1863943"/>
            <a:chExt cx="4489128" cy="2404689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290DB317-B025-4DB0-88DD-BDACA4C97125}"/>
                </a:ext>
              </a:extLst>
            </p:cNvPr>
            <p:cNvSpPr/>
            <p:nvPr/>
          </p:nvSpPr>
          <p:spPr>
            <a:xfrm>
              <a:off x="4860032" y="2886268"/>
              <a:ext cx="3283539" cy="3600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Chevron 4">
              <a:extLst>
                <a:ext uri="{FF2B5EF4-FFF2-40B4-BE49-F238E27FC236}">
                  <a16:creationId xmlns:a16="http://schemas.microsoft.com/office/drawing/2014/main" id="{492156F8-6E74-4982-A21D-2CC9038CC289}"/>
                </a:ext>
              </a:extLst>
            </p:cNvPr>
            <p:cNvSpPr/>
            <p:nvPr/>
          </p:nvSpPr>
          <p:spPr>
            <a:xfrm>
              <a:off x="6952809" y="1863944"/>
              <a:ext cx="1584176" cy="2404688"/>
            </a:xfrm>
            <a:prstGeom prst="chevron">
              <a:avLst>
                <a:gd name="adj" fmla="val 69145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Rectangle 4">
              <a:extLst>
                <a:ext uri="{FF2B5EF4-FFF2-40B4-BE49-F238E27FC236}">
                  <a16:creationId xmlns:a16="http://schemas.microsoft.com/office/drawing/2014/main" id="{3E265A75-2718-463E-9F49-59B052420EB4}"/>
                </a:ext>
              </a:extLst>
            </p:cNvPr>
            <p:cNvSpPr/>
            <p:nvPr/>
          </p:nvSpPr>
          <p:spPr>
            <a:xfrm>
              <a:off x="4860031" y="3297096"/>
              <a:ext cx="2880321" cy="360040"/>
            </a:xfrm>
            <a:custGeom>
              <a:avLst/>
              <a:gdLst>
                <a:gd name="connsiteX0" fmla="*/ 0 w 2880321"/>
                <a:gd name="connsiteY0" fmla="*/ 0 h 360040"/>
                <a:gd name="connsiteX1" fmla="*/ 2880321 w 2880321"/>
                <a:gd name="connsiteY1" fmla="*/ 0 h 360040"/>
                <a:gd name="connsiteX2" fmla="*/ 2880321 w 2880321"/>
                <a:gd name="connsiteY2" fmla="*/ 360040 h 360040"/>
                <a:gd name="connsiteX3" fmla="*/ 0 w 2880321"/>
                <a:gd name="connsiteY3" fmla="*/ 360040 h 360040"/>
                <a:gd name="connsiteX4" fmla="*/ 0 w 2880321"/>
                <a:gd name="connsiteY4" fmla="*/ 0 h 360040"/>
                <a:gd name="connsiteX0" fmla="*/ 0 w 2880321"/>
                <a:gd name="connsiteY0" fmla="*/ 0 h 360040"/>
                <a:gd name="connsiteX1" fmla="*/ 2880321 w 2880321"/>
                <a:gd name="connsiteY1" fmla="*/ 0 h 360040"/>
                <a:gd name="connsiteX2" fmla="*/ 2586122 w 2880321"/>
                <a:gd name="connsiteY2" fmla="*/ 312332 h 360040"/>
                <a:gd name="connsiteX3" fmla="*/ 0 w 2880321"/>
                <a:gd name="connsiteY3" fmla="*/ 360040 h 360040"/>
                <a:gd name="connsiteX4" fmla="*/ 0 w 2880321"/>
                <a:gd name="connsiteY4" fmla="*/ 0 h 360040"/>
                <a:gd name="connsiteX0" fmla="*/ 0 w 2880321"/>
                <a:gd name="connsiteY0" fmla="*/ 0 h 360040"/>
                <a:gd name="connsiteX1" fmla="*/ 2880321 w 2880321"/>
                <a:gd name="connsiteY1" fmla="*/ 0 h 360040"/>
                <a:gd name="connsiteX2" fmla="*/ 2538415 w 2880321"/>
                <a:gd name="connsiteY2" fmla="*/ 296430 h 360040"/>
                <a:gd name="connsiteX3" fmla="*/ 0 w 2880321"/>
                <a:gd name="connsiteY3" fmla="*/ 360040 h 360040"/>
                <a:gd name="connsiteX4" fmla="*/ 0 w 2880321"/>
                <a:gd name="connsiteY4" fmla="*/ 0 h 360040"/>
                <a:gd name="connsiteX0" fmla="*/ 0 w 2880321"/>
                <a:gd name="connsiteY0" fmla="*/ 0 h 360040"/>
                <a:gd name="connsiteX1" fmla="*/ 2880321 w 2880321"/>
                <a:gd name="connsiteY1" fmla="*/ 0 h 360040"/>
                <a:gd name="connsiteX2" fmla="*/ 2545449 w 2880321"/>
                <a:gd name="connsiteY2" fmla="*/ 338633 h 360040"/>
                <a:gd name="connsiteX3" fmla="*/ 0 w 2880321"/>
                <a:gd name="connsiteY3" fmla="*/ 360040 h 360040"/>
                <a:gd name="connsiteX4" fmla="*/ 0 w 2880321"/>
                <a:gd name="connsiteY4" fmla="*/ 0 h 360040"/>
                <a:gd name="connsiteX0" fmla="*/ 0 w 2880321"/>
                <a:gd name="connsiteY0" fmla="*/ 0 h 360040"/>
                <a:gd name="connsiteX1" fmla="*/ 2880321 w 2880321"/>
                <a:gd name="connsiteY1" fmla="*/ 0 h 360040"/>
                <a:gd name="connsiteX2" fmla="*/ 2531381 w 2880321"/>
                <a:gd name="connsiteY2" fmla="*/ 359735 h 360040"/>
                <a:gd name="connsiteX3" fmla="*/ 0 w 2880321"/>
                <a:gd name="connsiteY3" fmla="*/ 360040 h 360040"/>
                <a:gd name="connsiteX4" fmla="*/ 0 w 2880321"/>
                <a:gd name="connsiteY4" fmla="*/ 0 h 36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80321" h="360040">
                  <a:moveTo>
                    <a:pt x="0" y="0"/>
                  </a:moveTo>
                  <a:lnTo>
                    <a:pt x="2880321" y="0"/>
                  </a:lnTo>
                  <a:lnTo>
                    <a:pt x="2531381" y="359735"/>
                  </a:lnTo>
                  <a:lnTo>
                    <a:pt x="0" y="3600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2" name="Rectangle 5">
              <a:extLst>
                <a:ext uri="{FF2B5EF4-FFF2-40B4-BE49-F238E27FC236}">
                  <a16:creationId xmlns:a16="http://schemas.microsoft.com/office/drawing/2014/main" id="{4D18532B-1430-45F2-B101-7841426036D1}"/>
                </a:ext>
              </a:extLst>
            </p:cNvPr>
            <p:cNvSpPr/>
            <p:nvPr/>
          </p:nvSpPr>
          <p:spPr>
            <a:xfrm>
              <a:off x="4864576" y="2475439"/>
              <a:ext cx="2880321" cy="360040"/>
            </a:xfrm>
            <a:custGeom>
              <a:avLst/>
              <a:gdLst>
                <a:gd name="connsiteX0" fmla="*/ 0 w 2880321"/>
                <a:gd name="connsiteY0" fmla="*/ 0 h 360040"/>
                <a:gd name="connsiteX1" fmla="*/ 2880321 w 2880321"/>
                <a:gd name="connsiteY1" fmla="*/ 0 h 360040"/>
                <a:gd name="connsiteX2" fmla="*/ 2880321 w 2880321"/>
                <a:gd name="connsiteY2" fmla="*/ 360040 h 360040"/>
                <a:gd name="connsiteX3" fmla="*/ 0 w 2880321"/>
                <a:gd name="connsiteY3" fmla="*/ 360040 h 360040"/>
                <a:gd name="connsiteX4" fmla="*/ 0 w 2880321"/>
                <a:gd name="connsiteY4" fmla="*/ 0 h 360040"/>
                <a:gd name="connsiteX0" fmla="*/ 0 w 2880321"/>
                <a:gd name="connsiteY0" fmla="*/ 0 h 360040"/>
                <a:gd name="connsiteX1" fmla="*/ 2514561 w 2880321"/>
                <a:gd name="connsiteY1" fmla="*/ 7951 h 360040"/>
                <a:gd name="connsiteX2" fmla="*/ 2880321 w 2880321"/>
                <a:gd name="connsiteY2" fmla="*/ 360040 h 360040"/>
                <a:gd name="connsiteX3" fmla="*/ 0 w 2880321"/>
                <a:gd name="connsiteY3" fmla="*/ 360040 h 360040"/>
                <a:gd name="connsiteX4" fmla="*/ 0 w 2880321"/>
                <a:gd name="connsiteY4" fmla="*/ 0 h 360040"/>
                <a:gd name="connsiteX0" fmla="*/ 0 w 2880321"/>
                <a:gd name="connsiteY0" fmla="*/ 0 h 360040"/>
                <a:gd name="connsiteX1" fmla="*/ 2521595 w 2880321"/>
                <a:gd name="connsiteY1" fmla="*/ 917 h 360040"/>
                <a:gd name="connsiteX2" fmla="*/ 2880321 w 2880321"/>
                <a:gd name="connsiteY2" fmla="*/ 360040 h 360040"/>
                <a:gd name="connsiteX3" fmla="*/ 0 w 2880321"/>
                <a:gd name="connsiteY3" fmla="*/ 360040 h 360040"/>
                <a:gd name="connsiteX4" fmla="*/ 0 w 2880321"/>
                <a:gd name="connsiteY4" fmla="*/ 0 h 360040"/>
                <a:gd name="connsiteX0" fmla="*/ 0 w 2880321"/>
                <a:gd name="connsiteY0" fmla="*/ 0 h 360040"/>
                <a:gd name="connsiteX1" fmla="*/ 2521595 w 2880321"/>
                <a:gd name="connsiteY1" fmla="*/ 917 h 360040"/>
                <a:gd name="connsiteX2" fmla="*/ 2880321 w 2880321"/>
                <a:gd name="connsiteY2" fmla="*/ 360040 h 360040"/>
                <a:gd name="connsiteX3" fmla="*/ 0 w 2880321"/>
                <a:gd name="connsiteY3" fmla="*/ 360040 h 360040"/>
                <a:gd name="connsiteX4" fmla="*/ 0 w 2880321"/>
                <a:gd name="connsiteY4" fmla="*/ 0 h 360040"/>
                <a:gd name="connsiteX0" fmla="*/ 0 w 2880321"/>
                <a:gd name="connsiteY0" fmla="*/ 0 h 360040"/>
                <a:gd name="connsiteX1" fmla="*/ 2528629 w 2880321"/>
                <a:gd name="connsiteY1" fmla="*/ 14985 h 360040"/>
                <a:gd name="connsiteX2" fmla="*/ 2880321 w 2880321"/>
                <a:gd name="connsiteY2" fmla="*/ 360040 h 360040"/>
                <a:gd name="connsiteX3" fmla="*/ 0 w 2880321"/>
                <a:gd name="connsiteY3" fmla="*/ 360040 h 360040"/>
                <a:gd name="connsiteX4" fmla="*/ 0 w 2880321"/>
                <a:gd name="connsiteY4" fmla="*/ 0 h 360040"/>
                <a:gd name="connsiteX0" fmla="*/ 0 w 2880321"/>
                <a:gd name="connsiteY0" fmla="*/ 0 h 360040"/>
                <a:gd name="connsiteX1" fmla="*/ 2535662 w 2880321"/>
                <a:gd name="connsiteY1" fmla="*/ 7951 h 360040"/>
                <a:gd name="connsiteX2" fmla="*/ 2880321 w 2880321"/>
                <a:gd name="connsiteY2" fmla="*/ 360040 h 360040"/>
                <a:gd name="connsiteX3" fmla="*/ 0 w 2880321"/>
                <a:gd name="connsiteY3" fmla="*/ 360040 h 360040"/>
                <a:gd name="connsiteX4" fmla="*/ 0 w 2880321"/>
                <a:gd name="connsiteY4" fmla="*/ 0 h 36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80321" h="360040">
                  <a:moveTo>
                    <a:pt x="0" y="0"/>
                  </a:moveTo>
                  <a:lnTo>
                    <a:pt x="2535662" y="7951"/>
                  </a:lnTo>
                  <a:lnTo>
                    <a:pt x="2880321" y="360040"/>
                  </a:lnTo>
                  <a:lnTo>
                    <a:pt x="0" y="3600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3" name="Parallelogram 42">
              <a:extLst>
                <a:ext uri="{FF2B5EF4-FFF2-40B4-BE49-F238E27FC236}">
                  <a16:creationId xmlns:a16="http://schemas.microsoft.com/office/drawing/2014/main" id="{54056D07-C7B6-4760-9455-46316195E35A}"/>
                </a:ext>
              </a:extLst>
            </p:cNvPr>
            <p:cNvSpPr/>
            <p:nvPr/>
          </p:nvSpPr>
          <p:spPr>
            <a:xfrm>
              <a:off x="6309281" y="3297096"/>
              <a:ext cx="1435616" cy="971536"/>
            </a:xfrm>
            <a:prstGeom prst="parallelogram">
              <a:avLst>
                <a:gd name="adj" fmla="val 96267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Parallelogram 43">
              <a:extLst>
                <a:ext uri="{FF2B5EF4-FFF2-40B4-BE49-F238E27FC236}">
                  <a16:creationId xmlns:a16="http://schemas.microsoft.com/office/drawing/2014/main" id="{8B639E60-5268-4203-A0D8-8013BB226992}"/>
                </a:ext>
              </a:extLst>
            </p:cNvPr>
            <p:cNvSpPr/>
            <p:nvPr/>
          </p:nvSpPr>
          <p:spPr>
            <a:xfrm flipH="1">
              <a:off x="6309281" y="1863943"/>
              <a:ext cx="1435616" cy="971536"/>
            </a:xfrm>
            <a:prstGeom prst="parallelogram">
              <a:avLst>
                <a:gd name="adj" fmla="val 9626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5" name="Elbow Connector 18">
              <a:extLst>
                <a:ext uri="{FF2B5EF4-FFF2-40B4-BE49-F238E27FC236}">
                  <a16:creationId xmlns:a16="http://schemas.microsoft.com/office/drawing/2014/main" id="{8B60578C-6F31-473F-AD77-BB908FE45EAC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047858" y="1973306"/>
              <a:ext cx="816721" cy="675662"/>
            </a:xfrm>
            <a:prstGeom prst="bentConnector3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F0EAE30A-2225-452A-A58C-85C400BB3FE9}"/>
                </a:ext>
              </a:extLst>
            </p:cNvPr>
            <p:cNvCxnSpPr>
              <a:cxnSpLocks/>
              <a:stCxn id="39" idx="1"/>
            </p:cNvCxnSpPr>
            <p:nvPr/>
          </p:nvCxnSpPr>
          <p:spPr>
            <a:xfrm flipH="1" flipV="1">
              <a:off x="4047857" y="3057402"/>
              <a:ext cx="812175" cy="8886"/>
            </a:xfrm>
            <a:prstGeom prst="line">
              <a:avLst/>
            </a:prstGeom>
            <a:ln w="254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Elbow Connector 20">
              <a:extLst>
                <a:ext uri="{FF2B5EF4-FFF2-40B4-BE49-F238E27FC236}">
                  <a16:creationId xmlns:a16="http://schemas.microsoft.com/office/drawing/2014/main" id="{8B1D29F0-093E-4ABA-AB5D-4E48FA3CBD82}"/>
                </a:ext>
              </a:extLst>
            </p:cNvPr>
            <p:cNvCxnSpPr/>
            <p:nvPr/>
          </p:nvCxnSpPr>
          <p:spPr>
            <a:xfrm rot="10800000" flipV="1">
              <a:off x="4047857" y="3477114"/>
              <a:ext cx="812174" cy="695161"/>
            </a:xfrm>
            <a:prstGeom prst="bentConnector3">
              <a:avLst/>
            </a:prstGeom>
            <a:ln w="25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BAC5AB47-1B39-49E8-85B1-48F8886B5125}"/>
              </a:ext>
            </a:extLst>
          </p:cNvPr>
          <p:cNvSpPr/>
          <p:nvPr/>
        </p:nvSpPr>
        <p:spPr>
          <a:xfrm>
            <a:off x="6816106" y="1634889"/>
            <a:ext cx="1302507" cy="414190"/>
          </a:xfrm>
          <a:prstGeom prst="rect">
            <a:avLst/>
          </a:prstGeom>
          <a:solidFill>
            <a:srgbClr val="A4B4EA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W/O</a:t>
            </a:r>
            <a:endParaRPr lang="th-TH" sz="14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C1CEFCA-C861-45E6-8007-4D77E0C41A49}"/>
              </a:ext>
            </a:extLst>
          </p:cNvPr>
          <p:cNvSpPr txBox="1"/>
          <p:nvPr/>
        </p:nvSpPr>
        <p:spPr>
          <a:xfrm>
            <a:off x="3094389" y="1491224"/>
            <a:ext cx="25431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Condition 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C06DBCD-4557-4F12-94BA-89054E94D358}"/>
              </a:ext>
            </a:extLst>
          </p:cNvPr>
          <p:cNvSpPr txBox="1"/>
          <p:nvPr/>
        </p:nvSpPr>
        <p:spPr>
          <a:xfrm>
            <a:off x="3121887" y="1767871"/>
            <a:ext cx="25431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Condition 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43FD4BC-7E25-4AE5-B3DD-56B6E1801BC4}"/>
              </a:ext>
            </a:extLst>
          </p:cNvPr>
          <p:cNvSpPr txBox="1"/>
          <p:nvPr/>
        </p:nvSpPr>
        <p:spPr>
          <a:xfrm>
            <a:off x="3093231" y="2027412"/>
            <a:ext cx="25431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Condition 3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288C2E6-A819-40C5-B656-1682286A6FDA}"/>
              </a:ext>
            </a:extLst>
          </p:cNvPr>
          <p:cNvGrpSpPr/>
          <p:nvPr/>
        </p:nvGrpSpPr>
        <p:grpSpPr>
          <a:xfrm>
            <a:off x="5621480" y="3357877"/>
            <a:ext cx="1111416" cy="595352"/>
            <a:chOff x="4047857" y="1863943"/>
            <a:chExt cx="4489128" cy="2404689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879AE549-7D1F-4554-BCCF-5874C44FBFA3}"/>
                </a:ext>
              </a:extLst>
            </p:cNvPr>
            <p:cNvSpPr/>
            <p:nvPr/>
          </p:nvSpPr>
          <p:spPr>
            <a:xfrm>
              <a:off x="4860032" y="2886268"/>
              <a:ext cx="3283539" cy="3600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Chevron 4">
              <a:extLst>
                <a:ext uri="{FF2B5EF4-FFF2-40B4-BE49-F238E27FC236}">
                  <a16:creationId xmlns:a16="http://schemas.microsoft.com/office/drawing/2014/main" id="{B739C2C7-1E53-4F81-95B9-EFC0DB04B735}"/>
                </a:ext>
              </a:extLst>
            </p:cNvPr>
            <p:cNvSpPr/>
            <p:nvPr/>
          </p:nvSpPr>
          <p:spPr>
            <a:xfrm>
              <a:off x="6952809" y="1863944"/>
              <a:ext cx="1584176" cy="2404688"/>
            </a:xfrm>
            <a:prstGeom prst="chevron">
              <a:avLst>
                <a:gd name="adj" fmla="val 69145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5" name="Rectangle 4">
              <a:extLst>
                <a:ext uri="{FF2B5EF4-FFF2-40B4-BE49-F238E27FC236}">
                  <a16:creationId xmlns:a16="http://schemas.microsoft.com/office/drawing/2014/main" id="{F692602C-93E4-44A6-A23D-F40FB7AFB33D}"/>
                </a:ext>
              </a:extLst>
            </p:cNvPr>
            <p:cNvSpPr/>
            <p:nvPr/>
          </p:nvSpPr>
          <p:spPr>
            <a:xfrm>
              <a:off x="4860031" y="3297096"/>
              <a:ext cx="2880321" cy="360040"/>
            </a:xfrm>
            <a:custGeom>
              <a:avLst/>
              <a:gdLst>
                <a:gd name="connsiteX0" fmla="*/ 0 w 2880321"/>
                <a:gd name="connsiteY0" fmla="*/ 0 h 360040"/>
                <a:gd name="connsiteX1" fmla="*/ 2880321 w 2880321"/>
                <a:gd name="connsiteY1" fmla="*/ 0 h 360040"/>
                <a:gd name="connsiteX2" fmla="*/ 2880321 w 2880321"/>
                <a:gd name="connsiteY2" fmla="*/ 360040 h 360040"/>
                <a:gd name="connsiteX3" fmla="*/ 0 w 2880321"/>
                <a:gd name="connsiteY3" fmla="*/ 360040 h 360040"/>
                <a:gd name="connsiteX4" fmla="*/ 0 w 2880321"/>
                <a:gd name="connsiteY4" fmla="*/ 0 h 360040"/>
                <a:gd name="connsiteX0" fmla="*/ 0 w 2880321"/>
                <a:gd name="connsiteY0" fmla="*/ 0 h 360040"/>
                <a:gd name="connsiteX1" fmla="*/ 2880321 w 2880321"/>
                <a:gd name="connsiteY1" fmla="*/ 0 h 360040"/>
                <a:gd name="connsiteX2" fmla="*/ 2586122 w 2880321"/>
                <a:gd name="connsiteY2" fmla="*/ 312332 h 360040"/>
                <a:gd name="connsiteX3" fmla="*/ 0 w 2880321"/>
                <a:gd name="connsiteY3" fmla="*/ 360040 h 360040"/>
                <a:gd name="connsiteX4" fmla="*/ 0 w 2880321"/>
                <a:gd name="connsiteY4" fmla="*/ 0 h 360040"/>
                <a:gd name="connsiteX0" fmla="*/ 0 w 2880321"/>
                <a:gd name="connsiteY0" fmla="*/ 0 h 360040"/>
                <a:gd name="connsiteX1" fmla="*/ 2880321 w 2880321"/>
                <a:gd name="connsiteY1" fmla="*/ 0 h 360040"/>
                <a:gd name="connsiteX2" fmla="*/ 2538415 w 2880321"/>
                <a:gd name="connsiteY2" fmla="*/ 296430 h 360040"/>
                <a:gd name="connsiteX3" fmla="*/ 0 w 2880321"/>
                <a:gd name="connsiteY3" fmla="*/ 360040 h 360040"/>
                <a:gd name="connsiteX4" fmla="*/ 0 w 2880321"/>
                <a:gd name="connsiteY4" fmla="*/ 0 h 360040"/>
                <a:gd name="connsiteX0" fmla="*/ 0 w 2880321"/>
                <a:gd name="connsiteY0" fmla="*/ 0 h 360040"/>
                <a:gd name="connsiteX1" fmla="*/ 2880321 w 2880321"/>
                <a:gd name="connsiteY1" fmla="*/ 0 h 360040"/>
                <a:gd name="connsiteX2" fmla="*/ 2545449 w 2880321"/>
                <a:gd name="connsiteY2" fmla="*/ 338633 h 360040"/>
                <a:gd name="connsiteX3" fmla="*/ 0 w 2880321"/>
                <a:gd name="connsiteY3" fmla="*/ 360040 h 360040"/>
                <a:gd name="connsiteX4" fmla="*/ 0 w 2880321"/>
                <a:gd name="connsiteY4" fmla="*/ 0 h 360040"/>
                <a:gd name="connsiteX0" fmla="*/ 0 w 2880321"/>
                <a:gd name="connsiteY0" fmla="*/ 0 h 360040"/>
                <a:gd name="connsiteX1" fmla="*/ 2880321 w 2880321"/>
                <a:gd name="connsiteY1" fmla="*/ 0 h 360040"/>
                <a:gd name="connsiteX2" fmla="*/ 2531381 w 2880321"/>
                <a:gd name="connsiteY2" fmla="*/ 359735 h 360040"/>
                <a:gd name="connsiteX3" fmla="*/ 0 w 2880321"/>
                <a:gd name="connsiteY3" fmla="*/ 360040 h 360040"/>
                <a:gd name="connsiteX4" fmla="*/ 0 w 2880321"/>
                <a:gd name="connsiteY4" fmla="*/ 0 h 36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80321" h="360040">
                  <a:moveTo>
                    <a:pt x="0" y="0"/>
                  </a:moveTo>
                  <a:lnTo>
                    <a:pt x="2880321" y="0"/>
                  </a:lnTo>
                  <a:lnTo>
                    <a:pt x="2531381" y="359735"/>
                  </a:lnTo>
                  <a:lnTo>
                    <a:pt x="0" y="3600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6" name="Rectangle 5">
              <a:extLst>
                <a:ext uri="{FF2B5EF4-FFF2-40B4-BE49-F238E27FC236}">
                  <a16:creationId xmlns:a16="http://schemas.microsoft.com/office/drawing/2014/main" id="{9A93E0DD-A940-4F2E-B093-F91878094427}"/>
                </a:ext>
              </a:extLst>
            </p:cNvPr>
            <p:cNvSpPr/>
            <p:nvPr/>
          </p:nvSpPr>
          <p:spPr>
            <a:xfrm>
              <a:off x="4864576" y="2475439"/>
              <a:ext cx="2880321" cy="360040"/>
            </a:xfrm>
            <a:custGeom>
              <a:avLst/>
              <a:gdLst>
                <a:gd name="connsiteX0" fmla="*/ 0 w 2880321"/>
                <a:gd name="connsiteY0" fmla="*/ 0 h 360040"/>
                <a:gd name="connsiteX1" fmla="*/ 2880321 w 2880321"/>
                <a:gd name="connsiteY1" fmla="*/ 0 h 360040"/>
                <a:gd name="connsiteX2" fmla="*/ 2880321 w 2880321"/>
                <a:gd name="connsiteY2" fmla="*/ 360040 h 360040"/>
                <a:gd name="connsiteX3" fmla="*/ 0 w 2880321"/>
                <a:gd name="connsiteY3" fmla="*/ 360040 h 360040"/>
                <a:gd name="connsiteX4" fmla="*/ 0 w 2880321"/>
                <a:gd name="connsiteY4" fmla="*/ 0 h 360040"/>
                <a:gd name="connsiteX0" fmla="*/ 0 w 2880321"/>
                <a:gd name="connsiteY0" fmla="*/ 0 h 360040"/>
                <a:gd name="connsiteX1" fmla="*/ 2514561 w 2880321"/>
                <a:gd name="connsiteY1" fmla="*/ 7951 h 360040"/>
                <a:gd name="connsiteX2" fmla="*/ 2880321 w 2880321"/>
                <a:gd name="connsiteY2" fmla="*/ 360040 h 360040"/>
                <a:gd name="connsiteX3" fmla="*/ 0 w 2880321"/>
                <a:gd name="connsiteY3" fmla="*/ 360040 h 360040"/>
                <a:gd name="connsiteX4" fmla="*/ 0 w 2880321"/>
                <a:gd name="connsiteY4" fmla="*/ 0 h 360040"/>
                <a:gd name="connsiteX0" fmla="*/ 0 w 2880321"/>
                <a:gd name="connsiteY0" fmla="*/ 0 h 360040"/>
                <a:gd name="connsiteX1" fmla="*/ 2521595 w 2880321"/>
                <a:gd name="connsiteY1" fmla="*/ 917 h 360040"/>
                <a:gd name="connsiteX2" fmla="*/ 2880321 w 2880321"/>
                <a:gd name="connsiteY2" fmla="*/ 360040 h 360040"/>
                <a:gd name="connsiteX3" fmla="*/ 0 w 2880321"/>
                <a:gd name="connsiteY3" fmla="*/ 360040 h 360040"/>
                <a:gd name="connsiteX4" fmla="*/ 0 w 2880321"/>
                <a:gd name="connsiteY4" fmla="*/ 0 h 360040"/>
                <a:gd name="connsiteX0" fmla="*/ 0 w 2880321"/>
                <a:gd name="connsiteY0" fmla="*/ 0 h 360040"/>
                <a:gd name="connsiteX1" fmla="*/ 2521595 w 2880321"/>
                <a:gd name="connsiteY1" fmla="*/ 917 h 360040"/>
                <a:gd name="connsiteX2" fmla="*/ 2880321 w 2880321"/>
                <a:gd name="connsiteY2" fmla="*/ 360040 h 360040"/>
                <a:gd name="connsiteX3" fmla="*/ 0 w 2880321"/>
                <a:gd name="connsiteY3" fmla="*/ 360040 h 360040"/>
                <a:gd name="connsiteX4" fmla="*/ 0 w 2880321"/>
                <a:gd name="connsiteY4" fmla="*/ 0 h 360040"/>
                <a:gd name="connsiteX0" fmla="*/ 0 w 2880321"/>
                <a:gd name="connsiteY0" fmla="*/ 0 h 360040"/>
                <a:gd name="connsiteX1" fmla="*/ 2528629 w 2880321"/>
                <a:gd name="connsiteY1" fmla="*/ 14985 h 360040"/>
                <a:gd name="connsiteX2" fmla="*/ 2880321 w 2880321"/>
                <a:gd name="connsiteY2" fmla="*/ 360040 h 360040"/>
                <a:gd name="connsiteX3" fmla="*/ 0 w 2880321"/>
                <a:gd name="connsiteY3" fmla="*/ 360040 h 360040"/>
                <a:gd name="connsiteX4" fmla="*/ 0 w 2880321"/>
                <a:gd name="connsiteY4" fmla="*/ 0 h 360040"/>
                <a:gd name="connsiteX0" fmla="*/ 0 w 2880321"/>
                <a:gd name="connsiteY0" fmla="*/ 0 h 360040"/>
                <a:gd name="connsiteX1" fmla="*/ 2535662 w 2880321"/>
                <a:gd name="connsiteY1" fmla="*/ 7951 h 360040"/>
                <a:gd name="connsiteX2" fmla="*/ 2880321 w 2880321"/>
                <a:gd name="connsiteY2" fmla="*/ 360040 h 360040"/>
                <a:gd name="connsiteX3" fmla="*/ 0 w 2880321"/>
                <a:gd name="connsiteY3" fmla="*/ 360040 h 360040"/>
                <a:gd name="connsiteX4" fmla="*/ 0 w 2880321"/>
                <a:gd name="connsiteY4" fmla="*/ 0 h 36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80321" h="360040">
                  <a:moveTo>
                    <a:pt x="0" y="0"/>
                  </a:moveTo>
                  <a:lnTo>
                    <a:pt x="2535662" y="7951"/>
                  </a:lnTo>
                  <a:lnTo>
                    <a:pt x="2880321" y="360040"/>
                  </a:lnTo>
                  <a:lnTo>
                    <a:pt x="0" y="3600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E628AF2B-D8DB-4AB9-B8E7-D976E5A9B857}"/>
                </a:ext>
              </a:extLst>
            </p:cNvPr>
            <p:cNvSpPr/>
            <p:nvPr/>
          </p:nvSpPr>
          <p:spPr>
            <a:xfrm>
              <a:off x="6309281" y="3297096"/>
              <a:ext cx="1435616" cy="971536"/>
            </a:xfrm>
            <a:prstGeom prst="parallelogram">
              <a:avLst>
                <a:gd name="adj" fmla="val 96267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5D74C0DC-81FE-4C68-B589-B5F6D6400CBB}"/>
                </a:ext>
              </a:extLst>
            </p:cNvPr>
            <p:cNvSpPr/>
            <p:nvPr/>
          </p:nvSpPr>
          <p:spPr>
            <a:xfrm flipH="1">
              <a:off x="6309281" y="1863943"/>
              <a:ext cx="1435616" cy="971536"/>
            </a:xfrm>
            <a:prstGeom prst="parallelogram">
              <a:avLst>
                <a:gd name="adj" fmla="val 9626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9" name="Elbow Connector 18">
              <a:extLst>
                <a:ext uri="{FF2B5EF4-FFF2-40B4-BE49-F238E27FC236}">
                  <a16:creationId xmlns:a16="http://schemas.microsoft.com/office/drawing/2014/main" id="{96073A94-7A1B-45DA-9F11-0AF617487E36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047858" y="1973306"/>
              <a:ext cx="816721" cy="675662"/>
            </a:xfrm>
            <a:prstGeom prst="bentConnector3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424B534-EFF5-430B-833D-D00EF17FBC7B}"/>
                </a:ext>
              </a:extLst>
            </p:cNvPr>
            <p:cNvCxnSpPr>
              <a:cxnSpLocks/>
              <a:stCxn id="53" idx="1"/>
            </p:cNvCxnSpPr>
            <p:nvPr/>
          </p:nvCxnSpPr>
          <p:spPr>
            <a:xfrm flipH="1" flipV="1">
              <a:off x="4047857" y="3057402"/>
              <a:ext cx="812175" cy="8886"/>
            </a:xfrm>
            <a:prstGeom prst="line">
              <a:avLst/>
            </a:prstGeom>
            <a:ln w="254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Elbow Connector 20">
              <a:extLst>
                <a:ext uri="{FF2B5EF4-FFF2-40B4-BE49-F238E27FC236}">
                  <a16:creationId xmlns:a16="http://schemas.microsoft.com/office/drawing/2014/main" id="{733BF9CC-7C5B-4B82-A9F3-B3DC69066D5E}"/>
                </a:ext>
              </a:extLst>
            </p:cNvPr>
            <p:cNvCxnSpPr/>
            <p:nvPr/>
          </p:nvCxnSpPr>
          <p:spPr>
            <a:xfrm rot="10800000" flipV="1">
              <a:off x="4047857" y="3477114"/>
              <a:ext cx="812174" cy="695161"/>
            </a:xfrm>
            <a:prstGeom prst="bentConnector3">
              <a:avLst/>
            </a:prstGeom>
            <a:ln w="25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Rectangle 61">
            <a:extLst>
              <a:ext uri="{FF2B5EF4-FFF2-40B4-BE49-F238E27FC236}">
                <a16:creationId xmlns:a16="http://schemas.microsoft.com/office/drawing/2014/main" id="{67A1E8A8-D380-4A9A-803C-5CB53BDDC0F9}"/>
              </a:ext>
            </a:extLst>
          </p:cNvPr>
          <p:cNvSpPr/>
          <p:nvPr/>
        </p:nvSpPr>
        <p:spPr>
          <a:xfrm>
            <a:off x="6825894" y="3429128"/>
            <a:ext cx="1302507" cy="41419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New Port 1</a:t>
            </a:r>
            <a:endParaRPr lang="th-TH" sz="14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61640EE-97D2-42F6-8BFF-A306447BFF01}"/>
              </a:ext>
            </a:extLst>
          </p:cNvPr>
          <p:cNvSpPr txBox="1"/>
          <p:nvPr/>
        </p:nvSpPr>
        <p:spPr>
          <a:xfrm>
            <a:off x="3104177" y="3285463"/>
            <a:ext cx="25431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Condition 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2233DCE-BF72-43DE-A0E4-99D2A98BB370}"/>
              </a:ext>
            </a:extLst>
          </p:cNvPr>
          <p:cNvSpPr txBox="1"/>
          <p:nvPr/>
        </p:nvSpPr>
        <p:spPr>
          <a:xfrm>
            <a:off x="3131675" y="3562110"/>
            <a:ext cx="25431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Condition 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F02B115-2263-4509-842B-E57D09245ACF}"/>
              </a:ext>
            </a:extLst>
          </p:cNvPr>
          <p:cNvSpPr txBox="1"/>
          <p:nvPr/>
        </p:nvSpPr>
        <p:spPr>
          <a:xfrm>
            <a:off x="3103019" y="3821651"/>
            <a:ext cx="25431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Condition 3</a:t>
            </a:r>
          </a:p>
        </p:txBody>
      </p:sp>
    </p:spTree>
    <p:extLst>
      <p:ext uri="{BB962C8B-B14F-4D97-AF65-F5344CB8AC3E}">
        <p14:creationId xmlns:p14="http://schemas.microsoft.com/office/powerpoint/2010/main" val="28226544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822688B-E6AF-4356-AD22-8AADE8B0756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Port Preview</a:t>
            </a:r>
            <a:endParaRPr lang="th-TH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C2DB15-9B48-4907-B03E-6556DB29A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1720" y="915566"/>
            <a:ext cx="4874575" cy="4194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D0798C5-0E23-47AB-BFBA-E9A42BA1F0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9792" y="1262810"/>
            <a:ext cx="4176464" cy="2461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7272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DC6E7563-68D4-4BD1-AD02-0158A7225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Workforce Management</a:t>
            </a:r>
            <a:endParaRPr lang="th-TH" dirty="0"/>
          </a:p>
        </p:txBody>
      </p:sp>
      <p:pic>
        <p:nvPicPr>
          <p:cNvPr id="36" name="Content Placeholder 3">
            <a:extLst>
              <a:ext uri="{FF2B5EF4-FFF2-40B4-BE49-F238E27FC236}">
                <a16:creationId xmlns:a16="http://schemas.microsoft.com/office/drawing/2014/main" id="{67775FE9-BAE7-46DB-9B2B-5675A64F4F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52" y="1033053"/>
            <a:ext cx="2448272" cy="3221410"/>
          </a:xfrm>
          <a:prstGeom prst="rect">
            <a:avLst/>
          </a:prstGeom>
        </p:spPr>
      </p:pic>
      <p:sp>
        <p:nvSpPr>
          <p:cNvPr id="42" name="Frame 17">
            <a:extLst>
              <a:ext uri="{FF2B5EF4-FFF2-40B4-BE49-F238E27FC236}">
                <a16:creationId xmlns:a16="http://schemas.microsoft.com/office/drawing/2014/main" id="{A85491AB-736A-4AD7-A5D9-8C9E730988EB}"/>
              </a:ext>
            </a:extLst>
          </p:cNvPr>
          <p:cNvSpPr/>
          <p:nvPr/>
        </p:nvSpPr>
        <p:spPr>
          <a:xfrm>
            <a:off x="1458234" y="1486742"/>
            <a:ext cx="204314" cy="204314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8484F0-9ED3-40B2-AE93-04D1A7E1C7B0}"/>
              </a:ext>
            </a:extLst>
          </p:cNvPr>
          <p:cNvSpPr txBox="1"/>
          <p:nvPr/>
        </p:nvSpPr>
        <p:spPr>
          <a:xfrm>
            <a:off x="1720120" y="1419622"/>
            <a:ext cx="22758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Set Collector and Team</a:t>
            </a:r>
          </a:p>
        </p:txBody>
      </p:sp>
      <p:sp>
        <p:nvSpPr>
          <p:cNvPr id="54" name="Frame 17">
            <a:extLst>
              <a:ext uri="{FF2B5EF4-FFF2-40B4-BE49-F238E27FC236}">
                <a16:creationId xmlns:a16="http://schemas.microsoft.com/office/drawing/2014/main" id="{4D2FF654-D583-4CAD-BEE6-CA25DBFC26FA}"/>
              </a:ext>
            </a:extLst>
          </p:cNvPr>
          <p:cNvSpPr/>
          <p:nvPr/>
        </p:nvSpPr>
        <p:spPr>
          <a:xfrm>
            <a:off x="1452407" y="2710878"/>
            <a:ext cx="204314" cy="204314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001CAEE-CC3B-419A-8EE5-CB0878B2B276}"/>
              </a:ext>
            </a:extLst>
          </p:cNvPr>
          <p:cNvSpPr txBox="1"/>
          <p:nvPr/>
        </p:nvSpPr>
        <p:spPr>
          <a:xfrm>
            <a:off x="1714293" y="2643758"/>
            <a:ext cx="14385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Set Campaign</a:t>
            </a:r>
          </a:p>
        </p:txBody>
      </p:sp>
      <p:sp>
        <p:nvSpPr>
          <p:cNvPr id="60" name="Frame 17">
            <a:extLst>
              <a:ext uri="{FF2B5EF4-FFF2-40B4-BE49-F238E27FC236}">
                <a16:creationId xmlns:a16="http://schemas.microsoft.com/office/drawing/2014/main" id="{7C3F114D-84E8-4CF5-9D8E-7496D88CE57B}"/>
              </a:ext>
            </a:extLst>
          </p:cNvPr>
          <p:cNvSpPr/>
          <p:nvPr/>
        </p:nvSpPr>
        <p:spPr>
          <a:xfrm>
            <a:off x="1458234" y="3775514"/>
            <a:ext cx="204314" cy="204314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0E2CEC8-8CB2-4EED-85A2-43C21E125DDC}"/>
              </a:ext>
            </a:extLst>
          </p:cNvPr>
          <p:cNvSpPr txBox="1"/>
          <p:nvPr/>
        </p:nvSpPr>
        <p:spPr>
          <a:xfrm>
            <a:off x="1720120" y="3708394"/>
            <a:ext cx="17283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Assign Campaign</a:t>
            </a:r>
          </a:p>
        </p:txBody>
      </p:sp>
    </p:spTree>
    <p:extLst>
      <p:ext uri="{BB962C8B-B14F-4D97-AF65-F5344CB8AC3E}">
        <p14:creationId xmlns:p14="http://schemas.microsoft.com/office/powerpoint/2010/main" val="29020966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1D239E3-F13F-46CA-B218-0C97B8D61FB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Gen Port Management</a:t>
            </a:r>
            <a:endParaRPr lang="th-TH" dirty="0"/>
          </a:p>
        </p:txBody>
      </p:sp>
      <p:sp>
        <p:nvSpPr>
          <p:cNvPr id="4" name="Donut 24">
            <a:extLst>
              <a:ext uri="{FF2B5EF4-FFF2-40B4-BE49-F238E27FC236}">
                <a16:creationId xmlns:a16="http://schemas.microsoft.com/office/drawing/2014/main" id="{CA6AF02F-210B-48F7-B656-08669591B233}"/>
              </a:ext>
            </a:extLst>
          </p:cNvPr>
          <p:cNvSpPr/>
          <p:nvPr/>
        </p:nvSpPr>
        <p:spPr>
          <a:xfrm>
            <a:off x="755576" y="884208"/>
            <a:ext cx="285706" cy="288032"/>
          </a:xfrm>
          <a:custGeom>
            <a:avLst/>
            <a:gdLst/>
            <a:ahLst/>
            <a:cxnLst/>
            <a:rect l="l" t="t" r="r" b="b"/>
            <a:pathLst>
              <a:path w="3208412" h="3234532">
                <a:moveTo>
                  <a:pt x="1561445" y="1065858"/>
                </a:moveTo>
                <a:cubicBezTo>
                  <a:pt x="1654998" y="1065858"/>
                  <a:pt x="1743610" y="1087015"/>
                  <a:pt x="1821879" y="1126644"/>
                </a:cubicBezTo>
                <a:lnTo>
                  <a:pt x="1611352" y="1337172"/>
                </a:lnTo>
                <a:cubicBezTo>
                  <a:pt x="1595200" y="1333388"/>
                  <a:pt x="1578468" y="1332141"/>
                  <a:pt x="1561445" y="1332141"/>
                </a:cubicBezTo>
                <a:cubicBezTo>
                  <a:pt x="1373145" y="1332141"/>
                  <a:pt x="1220499" y="1484787"/>
                  <a:pt x="1220499" y="1673087"/>
                </a:cubicBezTo>
                <a:cubicBezTo>
                  <a:pt x="1220499" y="1861387"/>
                  <a:pt x="1373145" y="2014033"/>
                  <a:pt x="1561445" y="2014033"/>
                </a:cubicBezTo>
                <a:cubicBezTo>
                  <a:pt x="1749745" y="2014033"/>
                  <a:pt x="1902391" y="1861387"/>
                  <a:pt x="1902391" y="1673087"/>
                </a:cubicBezTo>
                <a:cubicBezTo>
                  <a:pt x="1902391" y="1643675"/>
                  <a:pt x="1898667" y="1615133"/>
                  <a:pt x="1890450" y="1588219"/>
                </a:cubicBezTo>
                <a:lnTo>
                  <a:pt x="2093156" y="1385512"/>
                </a:lnTo>
                <a:cubicBezTo>
                  <a:pt x="2142229" y="1470075"/>
                  <a:pt x="2168674" y="1568493"/>
                  <a:pt x="2168674" y="1673087"/>
                </a:cubicBezTo>
                <a:cubicBezTo>
                  <a:pt x="2168674" y="2008450"/>
                  <a:pt x="1896808" y="2280316"/>
                  <a:pt x="1561445" y="2280316"/>
                </a:cubicBezTo>
                <a:cubicBezTo>
                  <a:pt x="1226082" y="2280316"/>
                  <a:pt x="954217" y="2008450"/>
                  <a:pt x="954217" y="1673087"/>
                </a:cubicBezTo>
                <a:cubicBezTo>
                  <a:pt x="954217" y="1337724"/>
                  <a:pt x="1226082" y="1065858"/>
                  <a:pt x="1561445" y="1065858"/>
                </a:cubicBezTo>
                <a:close/>
                <a:moveTo>
                  <a:pt x="1561445" y="580076"/>
                </a:moveTo>
                <a:cubicBezTo>
                  <a:pt x="1790175" y="580076"/>
                  <a:pt x="2002494" y="650333"/>
                  <a:pt x="2177834" y="770690"/>
                </a:cubicBezTo>
                <a:lnTo>
                  <a:pt x="1968030" y="980494"/>
                </a:lnTo>
                <a:cubicBezTo>
                  <a:pt x="1849962" y="907198"/>
                  <a:pt x="1710422" y="866794"/>
                  <a:pt x="1561445" y="866794"/>
                </a:cubicBezTo>
                <a:cubicBezTo>
                  <a:pt x="1116142" y="866794"/>
                  <a:pt x="755153" y="1227784"/>
                  <a:pt x="755153" y="1673087"/>
                </a:cubicBezTo>
                <a:cubicBezTo>
                  <a:pt x="755153" y="2118390"/>
                  <a:pt x="1116142" y="2479380"/>
                  <a:pt x="1561445" y="2479380"/>
                </a:cubicBezTo>
                <a:cubicBezTo>
                  <a:pt x="2006748" y="2479380"/>
                  <a:pt x="2367738" y="2118390"/>
                  <a:pt x="2367738" y="1673087"/>
                </a:cubicBezTo>
                <a:cubicBezTo>
                  <a:pt x="2367738" y="1513043"/>
                  <a:pt x="2321108" y="1363890"/>
                  <a:pt x="2239307" y="1239362"/>
                </a:cubicBezTo>
                <a:lnTo>
                  <a:pt x="2445928" y="1032741"/>
                </a:lnTo>
                <a:cubicBezTo>
                  <a:pt x="2577451" y="1212149"/>
                  <a:pt x="2654457" y="1433625"/>
                  <a:pt x="2654457" y="1673087"/>
                </a:cubicBezTo>
                <a:cubicBezTo>
                  <a:pt x="2654457" y="2276741"/>
                  <a:pt x="2165099" y="2766099"/>
                  <a:pt x="1561445" y="2766099"/>
                </a:cubicBezTo>
                <a:cubicBezTo>
                  <a:pt x="957792" y="2766099"/>
                  <a:pt x="468434" y="2276741"/>
                  <a:pt x="468434" y="1673087"/>
                </a:cubicBezTo>
                <a:cubicBezTo>
                  <a:pt x="468434" y="1069433"/>
                  <a:pt x="957792" y="580076"/>
                  <a:pt x="1561445" y="580076"/>
                </a:cubicBezTo>
                <a:close/>
                <a:moveTo>
                  <a:pt x="1561445" y="111642"/>
                </a:moveTo>
                <a:cubicBezTo>
                  <a:pt x="1890473" y="111642"/>
                  <a:pt x="2195731" y="213411"/>
                  <a:pt x="2447076" y="387744"/>
                </a:cubicBezTo>
                <a:lnTo>
                  <a:pt x="2453780" y="494744"/>
                </a:lnTo>
                <a:lnTo>
                  <a:pt x="2309436" y="639088"/>
                </a:lnTo>
                <a:cubicBezTo>
                  <a:pt x="2099826" y="485554"/>
                  <a:pt x="1841132" y="395669"/>
                  <a:pt x="1561445" y="395669"/>
                </a:cubicBezTo>
                <a:cubicBezTo>
                  <a:pt x="855947" y="395669"/>
                  <a:pt x="284027" y="967589"/>
                  <a:pt x="284027" y="1673087"/>
                </a:cubicBezTo>
                <a:cubicBezTo>
                  <a:pt x="284027" y="2378585"/>
                  <a:pt x="855947" y="2950505"/>
                  <a:pt x="1561445" y="2950505"/>
                </a:cubicBezTo>
                <a:cubicBezTo>
                  <a:pt x="2266943" y="2950505"/>
                  <a:pt x="2838863" y="2378585"/>
                  <a:pt x="2838863" y="1673087"/>
                </a:cubicBezTo>
                <a:cubicBezTo>
                  <a:pt x="2838863" y="1382650"/>
                  <a:pt x="2741936" y="1114852"/>
                  <a:pt x="2577529" y="901139"/>
                </a:cubicBezTo>
                <a:lnTo>
                  <a:pt x="2706681" y="771988"/>
                </a:lnTo>
                <a:lnTo>
                  <a:pt x="2841540" y="780437"/>
                </a:lnTo>
                <a:cubicBezTo>
                  <a:pt x="3019168" y="1032973"/>
                  <a:pt x="3122890" y="1340917"/>
                  <a:pt x="3122890" y="1673087"/>
                </a:cubicBezTo>
                <a:cubicBezTo>
                  <a:pt x="3122890" y="2535449"/>
                  <a:pt x="2423807" y="3234532"/>
                  <a:pt x="1561445" y="3234532"/>
                </a:cubicBezTo>
                <a:cubicBezTo>
                  <a:pt x="699083" y="3234532"/>
                  <a:pt x="0" y="2535449"/>
                  <a:pt x="0" y="1673087"/>
                </a:cubicBezTo>
                <a:cubicBezTo>
                  <a:pt x="0" y="810725"/>
                  <a:pt x="699083" y="111642"/>
                  <a:pt x="1561445" y="111642"/>
                </a:cubicBezTo>
                <a:close/>
                <a:moveTo>
                  <a:pt x="2909110" y="0"/>
                </a:moveTo>
                <a:lnTo>
                  <a:pt x="2926757" y="281655"/>
                </a:lnTo>
                <a:lnTo>
                  <a:pt x="3208412" y="299301"/>
                </a:lnTo>
                <a:lnTo>
                  <a:pt x="2863230" y="644483"/>
                </a:lnTo>
                <a:lnTo>
                  <a:pt x="2685547" y="633351"/>
                </a:lnTo>
                <a:lnTo>
                  <a:pt x="1718098" y="1600799"/>
                </a:lnTo>
                <a:cubicBezTo>
                  <a:pt x="1729236" y="1622491"/>
                  <a:pt x="1734939" y="1647123"/>
                  <a:pt x="1734939" y="1673087"/>
                </a:cubicBezTo>
                <a:cubicBezTo>
                  <a:pt x="1734939" y="1768905"/>
                  <a:pt x="1657263" y="1846581"/>
                  <a:pt x="1561445" y="1846581"/>
                </a:cubicBezTo>
                <a:cubicBezTo>
                  <a:pt x="1465627" y="1846581"/>
                  <a:pt x="1387951" y="1768905"/>
                  <a:pt x="1387951" y="1673087"/>
                </a:cubicBezTo>
                <a:cubicBezTo>
                  <a:pt x="1387951" y="1577269"/>
                  <a:pt x="1465627" y="1499593"/>
                  <a:pt x="1561445" y="1499593"/>
                </a:cubicBezTo>
                <a:lnTo>
                  <a:pt x="1591006" y="1505561"/>
                </a:lnTo>
                <a:lnTo>
                  <a:pt x="2574981" y="521587"/>
                </a:lnTo>
                <a:lnTo>
                  <a:pt x="2563928" y="34518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D8513A-33BE-4E5A-953F-89375BD0DCCF}"/>
              </a:ext>
            </a:extLst>
          </p:cNvPr>
          <p:cNvSpPr txBox="1"/>
          <p:nvPr/>
        </p:nvSpPr>
        <p:spPr>
          <a:xfrm>
            <a:off x="1187624" y="843558"/>
            <a:ext cx="17764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Contract distribution</a:t>
            </a:r>
            <a:endParaRPr lang="th-TH" sz="14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A780AD3-58B5-4A39-8F88-D92DB0B39942}"/>
              </a:ext>
            </a:extLst>
          </p:cNvPr>
          <p:cNvGrpSpPr/>
          <p:nvPr/>
        </p:nvGrpSpPr>
        <p:grpSpPr>
          <a:xfrm>
            <a:off x="1213524" y="1479744"/>
            <a:ext cx="1629755" cy="420417"/>
            <a:chOff x="971600" y="1431253"/>
            <a:chExt cx="1629755" cy="420417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EFC683E-373A-441D-B680-86B03466D6D7}"/>
                </a:ext>
              </a:extLst>
            </p:cNvPr>
            <p:cNvSpPr/>
            <p:nvPr/>
          </p:nvSpPr>
          <p:spPr>
            <a:xfrm>
              <a:off x="971600" y="1431253"/>
              <a:ext cx="1629755" cy="420417"/>
            </a:xfrm>
            <a:prstGeom prst="rect">
              <a:avLst/>
            </a:pr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09595AA-7822-4F55-B7A8-4C632AB0BBA2}"/>
                </a:ext>
              </a:extLst>
            </p:cNvPr>
            <p:cNvGrpSpPr/>
            <p:nvPr/>
          </p:nvGrpSpPr>
          <p:grpSpPr>
            <a:xfrm>
              <a:off x="1041282" y="1491630"/>
              <a:ext cx="1369315" cy="288032"/>
              <a:chOff x="898429" y="1923678"/>
              <a:chExt cx="1369315" cy="288032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58690BA7-EE30-4226-89FA-3D79EE849AF4}"/>
                  </a:ext>
                </a:extLst>
              </p:cNvPr>
              <p:cNvGrpSpPr/>
              <p:nvPr/>
            </p:nvGrpSpPr>
            <p:grpSpPr>
              <a:xfrm>
                <a:off x="898429" y="1923678"/>
                <a:ext cx="361203" cy="288032"/>
                <a:chOff x="898429" y="1923678"/>
                <a:chExt cx="1050288" cy="792088"/>
              </a:xfrm>
            </p:grpSpPr>
            <p:sp>
              <p:nvSpPr>
                <p:cNvPr id="6" name="Isosceles Triangle 5">
                  <a:extLst>
                    <a:ext uri="{FF2B5EF4-FFF2-40B4-BE49-F238E27FC236}">
                      <a16:creationId xmlns:a16="http://schemas.microsoft.com/office/drawing/2014/main" id="{CA7B5175-2118-4A44-B7CD-4F6D1ACC4AC7}"/>
                    </a:ext>
                  </a:extLst>
                </p:cNvPr>
                <p:cNvSpPr/>
                <p:nvPr/>
              </p:nvSpPr>
              <p:spPr>
                <a:xfrm>
                  <a:off x="898429" y="1923678"/>
                  <a:ext cx="577227" cy="792088"/>
                </a:xfrm>
                <a:prstGeom prst="triangle">
                  <a:avLst/>
                </a:prstGeom>
                <a:solidFill>
                  <a:srgbClr val="F8B2A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  <p:sp>
              <p:nvSpPr>
                <p:cNvPr id="7" name="Isosceles Triangle 6">
                  <a:extLst>
                    <a:ext uri="{FF2B5EF4-FFF2-40B4-BE49-F238E27FC236}">
                      <a16:creationId xmlns:a16="http://schemas.microsoft.com/office/drawing/2014/main" id="{EE52FDAA-B293-4F50-A3F9-F8AB64E2FB74}"/>
                    </a:ext>
                  </a:extLst>
                </p:cNvPr>
                <p:cNvSpPr/>
                <p:nvPr/>
              </p:nvSpPr>
              <p:spPr>
                <a:xfrm rot="10800000">
                  <a:off x="1371490" y="1923678"/>
                  <a:ext cx="577227" cy="792088"/>
                </a:xfrm>
                <a:prstGeom prst="triangle">
                  <a:avLst/>
                </a:prstGeom>
                <a:solidFill>
                  <a:schemeClr val="accent4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</p:grp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58D1968-CC18-4DE4-BC0F-532E3E6D55A0}"/>
                  </a:ext>
                </a:extLst>
              </p:cNvPr>
              <p:cNvSpPr txBox="1"/>
              <p:nvPr/>
            </p:nvSpPr>
            <p:spPr>
              <a:xfrm>
                <a:off x="1304019" y="1955035"/>
                <a:ext cx="963725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/>
                  <a:t>Total Balance</a:t>
                </a:r>
                <a:endParaRPr lang="th-TH" sz="1000" dirty="0"/>
              </a:p>
            </p:txBody>
          </p:sp>
        </p:grp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563A3AA-97A3-4D56-BC96-D4994D948156}"/>
              </a:ext>
            </a:extLst>
          </p:cNvPr>
          <p:cNvGrpSpPr/>
          <p:nvPr/>
        </p:nvGrpSpPr>
        <p:grpSpPr>
          <a:xfrm>
            <a:off x="3116936" y="1484379"/>
            <a:ext cx="1629755" cy="420417"/>
            <a:chOff x="971600" y="2001501"/>
            <a:chExt cx="1629755" cy="420417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3109AAB-D7B6-41A6-ACB3-8A0296BFF6C1}"/>
                </a:ext>
              </a:extLst>
            </p:cNvPr>
            <p:cNvSpPr/>
            <p:nvPr/>
          </p:nvSpPr>
          <p:spPr>
            <a:xfrm>
              <a:off x="971600" y="2001501"/>
              <a:ext cx="1629755" cy="420417"/>
            </a:xfrm>
            <a:prstGeom prst="rect">
              <a:avLst/>
            </a:pr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D4B75545-1FE4-4D07-BC7C-8AF1E70D3EBB}"/>
                </a:ext>
              </a:extLst>
            </p:cNvPr>
            <p:cNvGrpSpPr/>
            <p:nvPr/>
          </p:nvGrpSpPr>
          <p:grpSpPr>
            <a:xfrm>
              <a:off x="1041282" y="2067694"/>
              <a:ext cx="361203" cy="288032"/>
              <a:chOff x="898429" y="1923678"/>
              <a:chExt cx="1050288" cy="792088"/>
            </a:xfrm>
          </p:grpSpPr>
          <p:sp>
            <p:nvSpPr>
              <p:cNvPr id="14" name="Isosceles Triangle 13">
                <a:extLst>
                  <a:ext uri="{FF2B5EF4-FFF2-40B4-BE49-F238E27FC236}">
                    <a16:creationId xmlns:a16="http://schemas.microsoft.com/office/drawing/2014/main" id="{5BF483FB-8BF5-4B13-A5D9-BA74E820CA6E}"/>
                  </a:ext>
                </a:extLst>
              </p:cNvPr>
              <p:cNvSpPr/>
              <p:nvPr/>
            </p:nvSpPr>
            <p:spPr>
              <a:xfrm>
                <a:off x="898429" y="1923678"/>
                <a:ext cx="577227" cy="792088"/>
              </a:xfrm>
              <a:prstGeom prst="triangl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15" name="Isosceles Triangle 14">
                <a:extLst>
                  <a:ext uri="{FF2B5EF4-FFF2-40B4-BE49-F238E27FC236}">
                    <a16:creationId xmlns:a16="http://schemas.microsoft.com/office/drawing/2014/main" id="{9502BDD2-93C5-44C0-A959-D7228094400D}"/>
                  </a:ext>
                </a:extLst>
              </p:cNvPr>
              <p:cNvSpPr/>
              <p:nvPr/>
            </p:nvSpPr>
            <p:spPr>
              <a:xfrm rot="10800000">
                <a:off x="1371490" y="1923678"/>
                <a:ext cx="577227" cy="792088"/>
              </a:xfrm>
              <a:prstGeom prst="triangle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6C96957-926B-40ED-BFA8-A14DDEBF7ADB}"/>
                </a:ext>
              </a:extLst>
            </p:cNvPr>
            <p:cNvSpPr txBox="1"/>
            <p:nvPr/>
          </p:nvSpPr>
          <p:spPr>
            <a:xfrm>
              <a:off x="1446872" y="2099051"/>
              <a:ext cx="115448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Average Balance</a:t>
              </a:r>
              <a:endParaRPr lang="th-TH" sz="1000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EA6FB9F-C2F2-4024-9446-0BD6DB56B92F}"/>
              </a:ext>
            </a:extLst>
          </p:cNvPr>
          <p:cNvGrpSpPr/>
          <p:nvPr/>
        </p:nvGrpSpPr>
        <p:grpSpPr>
          <a:xfrm>
            <a:off x="5020348" y="1484378"/>
            <a:ext cx="1629755" cy="420417"/>
            <a:chOff x="950644" y="2534859"/>
            <a:chExt cx="1629755" cy="420417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455F370-A60C-4056-9F2A-65B32CEF7768}"/>
                </a:ext>
              </a:extLst>
            </p:cNvPr>
            <p:cNvGrpSpPr/>
            <p:nvPr/>
          </p:nvGrpSpPr>
          <p:grpSpPr>
            <a:xfrm>
              <a:off x="950644" y="2534859"/>
              <a:ext cx="1629755" cy="420417"/>
              <a:chOff x="971600" y="2001501"/>
              <a:chExt cx="1629755" cy="420417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F5654BFA-757E-41CE-8D5A-2774C614FE7A}"/>
                  </a:ext>
                </a:extLst>
              </p:cNvPr>
              <p:cNvSpPr/>
              <p:nvPr/>
            </p:nvSpPr>
            <p:spPr>
              <a:xfrm>
                <a:off x="971600" y="2001501"/>
                <a:ext cx="1629755" cy="420417"/>
              </a:xfrm>
              <a:prstGeom prst="rect">
                <a:avLst/>
              </a:prstGeom>
              <a:ln/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C325F23-965B-4CC9-8A9D-3998A56CF93D}"/>
                  </a:ext>
                </a:extLst>
              </p:cNvPr>
              <p:cNvSpPr txBox="1"/>
              <p:nvPr/>
            </p:nvSpPr>
            <p:spPr>
              <a:xfrm>
                <a:off x="1566021" y="2073405"/>
                <a:ext cx="48282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/>
                  <a:t>Case</a:t>
                </a:r>
                <a:endParaRPr lang="th-TH" sz="1000" dirty="0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1CF1560C-DEEA-43F5-9112-86A400E1CC32}"/>
                </a:ext>
              </a:extLst>
            </p:cNvPr>
            <p:cNvGrpSpPr/>
            <p:nvPr/>
          </p:nvGrpSpPr>
          <p:grpSpPr>
            <a:xfrm>
              <a:off x="1041282" y="2593315"/>
              <a:ext cx="482824" cy="303504"/>
              <a:chOff x="1140538" y="2571750"/>
              <a:chExt cx="482824" cy="303504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2B6AE1B8-9132-4A54-816B-010535D5F0F7}"/>
                  </a:ext>
                </a:extLst>
              </p:cNvPr>
              <p:cNvSpPr/>
              <p:nvPr/>
            </p:nvSpPr>
            <p:spPr>
              <a:xfrm>
                <a:off x="1140538" y="2571750"/>
                <a:ext cx="482824" cy="60659"/>
              </a:xfrm>
              <a:prstGeom prst="rect">
                <a:avLst/>
              </a:prstGeom>
              <a:solidFill>
                <a:srgbClr val="F8B2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2E945FA1-DF8C-4686-B0E3-B369AC1F40DF}"/>
                  </a:ext>
                </a:extLst>
              </p:cNvPr>
              <p:cNvSpPr/>
              <p:nvPr/>
            </p:nvSpPr>
            <p:spPr>
              <a:xfrm>
                <a:off x="1140538" y="2650710"/>
                <a:ext cx="482824" cy="60659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C0CFC1F3-00FE-43C1-80C8-7BE39576695B}"/>
                  </a:ext>
                </a:extLst>
              </p:cNvPr>
              <p:cNvSpPr/>
              <p:nvPr/>
            </p:nvSpPr>
            <p:spPr>
              <a:xfrm>
                <a:off x="1140538" y="2731542"/>
                <a:ext cx="482824" cy="60659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A6F64D9D-1A92-4084-8F26-07C011AF1130}"/>
                  </a:ext>
                </a:extLst>
              </p:cNvPr>
              <p:cNvSpPr/>
              <p:nvPr/>
            </p:nvSpPr>
            <p:spPr>
              <a:xfrm>
                <a:off x="1140538" y="2814595"/>
                <a:ext cx="482824" cy="60659"/>
              </a:xfrm>
              <a:prstGeom prst="rect">
                <a:avLst/>
              </a:prstGeom>
              <a:solidFill>
                <a:srgbClr val="9AD3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</p:grp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21639F7F-C2BF-4C0F-842F-B6D76AE125F6}"/>
              </a:ext>
            </a:extLst>
          </p:cNvPr>
          <p:cNvSpPr txBox="1"/>
          <p:nvPr/>
        </p:nvSpPr>
        <p:spPr>
          <a:xfrm>
            <a:off x="1653042" y="1244248"/>
            <a:ext cx="65274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Pattern 1</a:t>
            </a:r>
            <a:endParaRPr lang="th-TH" sz="9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ACC293C-A209-4750-B3E0-248DBA0BC966}"/>
              </a:ext>
            </a:extLst>
          </p:cNvPr>
          <p:cNvSpPr txBox="1"/>
          <p:nvPr/>
        </p:nvSpPr>
        <p:spPr>
          <a:xfrm>
            <a:off x="3605442" y="1274451"/>
            <a:ext cx="65274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Pattern 2</a:t>
            </a:r>
            <a:endParaRPr lang="th-TH" sz="9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4991900-17A0-4140-B643-566FE14A2276}"/>
              </a:ext>
            </a:extLst>
          </p:cNvPr>
          <p:cNvSpPr txBox="1"/>
          <p:nvPr/>
        </p:nvSpPr>
        <p:spPr>
          <a:xfrm>
            <a:off x="5508853" y="1279871"/>
            <a:ext cx="65274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Pattern 3</a:t>
            </a:r>
            <a:endParaRPr lang="th-TH" sz="900" dirty="0"/>
          </a:p>
        </p:txBody>
      </p:sp>
      <p:sp>
        <p:nvSpPr>
          <p:cNvPr id="36" name="Donut 24">
            <a:extLst>
              <a:ext uri="{FF2B5EF4-FFF2-40B4-BE49-F238E27FC236}">
                <a16:creationId xmlns:a16="http://schemas.microsoft.com/office/drawing/2014/main" id="{92220D8F-79DF-4E71-8930-CDFB3D63028C}"/>
              </a:ext>
            </a:extLst>
          </p:cNvPr>
          <p:cNvSpPr/>
          <p:nvPr/>
        </p:nvSpPr>
        <p:spPr>
          <a:xfrm>
            <a:off x="755576" y="2180352"/>
            <a:ext cx="285706" cy="288032"/>
          </a:xfrm>
          <a:custGeom>
            <a:avLst/>
            <a:gdLst/>
            <a:ahLst/>
            <a:cxnLst/>
            <a:rect l="l" t="t" r="r" b="b"/>
            <a:pathLst>
              <a:path w="3208412" h="3234532">
                <a:moveTo>
                  <a:pt x="1561445" y="1065858"/>
                </a:moveTo>
                <a:cubicBezTo>
                  <a:pt x="1654998" y="1065858"/>
                  <a:pt x="1743610" y="1087015"/>
                  <a:pt x="1821879" y="1126644"/>
                </a:cubicBezTo>
                <a:lnTo>
                  <a:pt x="1611352" y="1337172"/>
                </a:lnTo>
                <a:cubicBezTo>
                  <a:pt x="1595200" y="1333388"/>
                  <a:pt x="1578468" y="1332141"/>
                  <a:pt x="1561445" y="1332141"/>
                </a:cubicBezTo>
                <a:cubicBezTo>
                  <a:pt x="1373145" y="1332141"/>
                  <a:pt x="1220499" y="1484787"/>
                  <a:pt x="1220499" y="1673087"/>
                </a:cubicBezTo>
                <a:cubicBezTo>
                  <a:pt x="1220499" y="1861387"/>
                  <a:pt x="1373145" y="2014033"/>
                  <a:pt x="1561445" y="2014033"/>
                </a:cubicBezTo>
                <a:cubicBezTo>
                  <a:pt x="1749745" y="2014033"/>
                  <a:pt x="1902391" y="1861387"/>
                  <a:pt x="1902391" y="1673087"/>
                </a:cubicBezTo>
                <a:cubicBezTo>
                  <a:pt x="1902391" y="1643675"/>
                  <a:pt x="1898667" y="1615133"/>
                  <a:pt x="1890450" y="1588219"/>
                </a:cubicBezTo>
                <a:lnTo>
                  <a:pt x="2093156" y="1385512"/>
                </a:lnTo>
                <a:cubicBezTo>
                  <a:pt x="2142229" y="1470075"/>
                  <a:pt x="2168674" y="1568493"/>
                  <a:pt x="2168674" y="1673087"/>
                </a:cubicBezTo>
                <a:cubicBezTo>
                  <a:pt x="2168674" y="2008450"/>
                  <a:pt x="1896808" y="2280316"/>
                  <a:pt x="1561445" y="2280316"/>
                </a:cubicBezTo>
                <a:cubicBezTo>
                  <a:pt x="1226082" y="2280316"/>
                  <a:pt x="954217" y="2008450"/>
                  <a:pt x="954217" y="1673087"/>
                </a:cubicBezTo>
                <a:cubicBezTo>
                  <a:pt x="954217" y="1337724"/>
                  <a:pt x="1226082" y="1065858"/>
                  <a:pt x="1561445" y="1065858"/>
                </a:cubicBezTo>
                <a:close/>
                <a:moveTo>
                  <a:pt x="1561445" y="580076"/>
                </a:moveTo>
                <a:cubicBezTo>
                  <a:pt x="1790175" y="580076"/>
                  <a:pt x="2002494" y="650333"/>
                  <a:pt x="2177834" y="770690"/>
                </a:cubicBezTo>
                <a:lnTo>
                  <a:pt x="1968030" y="980494"/>
                </a:lnTo>
                <a:cubicBezTo>
                  <a:pt x="1849962" y="907198"/>
                  <a:pt x="1710422" y="866794"/>
                  <a:pt x="1561445" y="866794"/>
                </a:cubicBezTo>
                <a:cubicBezTo>
                  <a:pt x="1116142" y="866794"/>
                  <a:pt x="755153" y="1227784"/>
                  <a:pt x="755153" y="1673087"/>
                </a:cubicBezTo>
                <a:cubicBezTo>
                  <a:pt x="755153" y="2118390"/>
                  <a:pt x="1116142" y="2479380"/>
                  <a:pt x="1561445" y="2479380"/>
                </a:cubicBezTo>
                <a:cubicBezTo>
                  <a:pt x="2006748" y="2479380"/>
                  <a:pt x="2367738" y="2118390"/>
                  <a:pt x="2367738" y="1673087"/>
                </a:cubicBezTo>
                <a:cubicBezTo>
                  <a:pt x="2367738" y="1513043"/>
                  <a:pt x="2321108" y="1363890"/>
                  <a:pt x="2239307" y="1239362"/>
                </a:cubicBezTo>
                <a:lnTo>
                  <a:pt x="2445928" y="1032741"/>
                </a:lnTo>
                <a:cubicBezTo>
                  <a:pt x="2577451" y="1212149"/>
                  <a:pt x="2654457" y="1433625"/>
                  <a:pt x="2654457" y="1673087"/>
                </a:cubicBezTo>
                <a:cubicBezTo>
                  <a:pt x="2654457" y="2276741"/>
                  <a:pt x="2165099" y="2766099"/>
                  <a:pt x="1561445" y="2766099"/>
                </a:cubicBezTo>
                <a:cubicBezTo>
                  <a:pt x="957792" y="2766099"/>
                  <a:pt x="468434" y="2276741"/>
                  <a:pt x="468434" y="1673087"/>
                </a:cubicBezTo>
                <a:cubicBezTo>
                  <a:pt x="468434" y="1069433"/>
                  <a:pt x="957792" y="580076"/>
                  <a:pt x="1561445" y="580076"/>
                </a:cubicBezTo>
                <a:close/>
                <a:moveTo>
                  <a:pt x="1561445" y="111642"/>
                </a:moveTo>
                <a:cubicBezTo>
                  <a:pt x="1890473" y="111642"/>
                  <a:pt x="2195731" y="213411"/>
                  <a:pt x="2447076" y="387744"/>
                </a:cubicBezTo>
                <a:lnTo>
                  <a:pt x="2453780" y="494744"/>
                </a:lnTo>
                <a:lnTo>
                  <a:pt x="2309436" y="639088"/>
                </a:lnTo>
                <a:cubicBezTo>
                  <a:pt x="2099826" y="485554"/>
                  <a:pt x="1841132" y="395669"/>
                  <a:pt x="1561445" y="395669"/>
                </a:cubicBezTo>
                <a:cubicBezTo>
                  <a:pt x="855947" y="395669"/>
                  <a:pt x="284027" y="967589"/>
                  <a:pt x="284027" y="1673087"/>
                </a:cubicBezTo>
                <a:cubicBezTo>
                  <a:pt x="284027" y="2378585"/>
                  <a:pt x="855947" y="2950505"/>
                  <a:pt x="1561445" y="2950505"/>
                </a:cubicBezTo>
                <a:cubicBezTo>
                  <a:pt x="2266943" y="2950505"/>
                  <a:pt x="2838863" y="2378585"/>
                  <a:pt x="2838863" y="1673087"/>
                </a:cubicBezTo>
                <a:cubicBezTo>
                  <a:pt x="2838863" y="1382650"/>
                  <a:pt x="2741936" y="1114852"/>
                  <a:pt x="2577529" y="901139"/>
                </a:cubicBezTo>
                <a:lnTo>
                  <a:pt x="2706681" y="771988"/>
                </a:lnTo>
                <a:lnTo>
                  <a:pt x="2841540" y="780437"/>
                </a:lnTo>
                <a:cubicBezTo>
                  <a:pt x="3019168" y="1032973"/>
                  <a:pt x="3122890" y="1340917"/>
                  <a:pt x="3122890" y="1673087"/>
                </a:cubicBezTo>
                <a:cubicBezTo>
                  <a:pt x="3122890" y="2535449"/>
                  <a:pt x="2423807" y="3234532"/>
                  <a:pt x="1561445" y="3234532"/>
                </a:cubicBezTo>
                <a:cubicBezTo>
                  <a:pt x="699083" y="3234532"/>
                  <a:pt x="0" y="2535449"/>
                  <a:pt x="0" y="1673087"/>
                </a:cubicBezTo>
                <a:cubicBezTo>
                  <a:pt x="0" y="810725"/>
                  <a:pt x="699083" y="111642"/>
                  <a:pt x="1561445" y="111642"/>
                </a:cubicBezTo>
                <a:close/>
                <a:moveTo>
                  <a:pt x="2909110" y="0"/>
                </a:moveTo>
                <a:lnTo>
                  <a:pt x="2926757" y="281655"/>
                </a:lnTo>
                <a:lnTo>
                  <a:pt x="3208412" y="299301"/>
                </a:lnTo>
                <a:lnTo>
                  <a:pt x="2863230" y="644483"/>
                </a:lnTo>
                <a:lnTo>
                  <a:pt x="2685547" y="633351"/>
                </a:lnTo>
                <a:lnTo>
                  <a:pt x="1718098" y="1600799"/>
                </a:lnTo>
                <a:cubicBezTo>
                  <a:pt x="1729236" y="1622491"/>
                  <a:pt x="1734939" y="1647123"/>
                  <a:pt x="1734939" y="1673087"/>
                </a:cubicBezTo>
                <a:cubicBezTo>
                  <a:pt x="1734939" y="1768905"/>
                  <a:pt x="1657263" y="1846581"/>
                  <a:pt x="1561445" y="1846581"/>
                </a:cubicBezTo>
                <a:cubicBezTo>
                  <a:pt x="1465627" y="1846581"/>
                  <a:pt x="1387951" y="1768905"/>
                  <a:pt x="1387951" y="1673087"/>
                </a:cubicBezTo>
                <a:cubicBezTo>
                  <a:pt x="1387951" y="1577269"/>
                  <a:pt x="1465627" y="1499593"/>
                  <a:pt x="1561445" y="1499593"/>
                </a:cubicBezTo>
                <a:lnTo>
                  <a:pt x="1591006" y="1505561"/>
                </a:lnTo>
                <a:lnTo>
                  <a:pt x="2574981" y="521587"/>
                </a:lnTo>
                <a:lnTo>
                  <a:pt x="2563928" y="34518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5B7ABBE-A302-4CB1-9506-367781FBD8CC}"/>
              </a:ext>
            </a:extLst>
          </p:cNvPr>
          <p:cNvSpPr txBox="1"/>
          <p:nvPr/>
        </p:nvSpPr>
        <p:spPr>
          <a:xfrm>
            <a:off x="1187624" y="2139702"/>
            <a:ext cx="15680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Preview Gen port</a:t>
            </a:r>
            <a:endParaRPr lang="th-TH" sz="140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3FAA98A5-63C5-4F3E-B311-24A2C9BA2B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3471" y="2551987"/>
            <a:ext cx="2782710" cy="2394595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A8404732-8708-455F-97FF-33AED2A65E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7972" y="2787774"/>
            <a:ext cx="2326798" cy="1316841"/>
          </a:xfrm>
          <a:prstGeom prst="rect">
            <a:avLst/>
          </a:prstGeom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28600EF4-EAB3-4406-AE9D-35BB577FA5F5}"/>
              </a:ext>
            </a:extLst>
          </p:cNvPr>
          <p:cNvGrpSpPr/>
          <p:nvPr/>
        </p:nvGrpSpPr>
        <p:grpSpPr>
          <a:xfrm>
            <a:off x="6947025" y="1484378"/>
            <a:ext cx="1629755" cy="420417"/>
            <a:chOff x="950644" y="2534859"/>
            <a:chExt cx="1629755" cy="420417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05A4396A-2C52-492A-98EC-C5C74DD941FE}"/>
                </a:ext>
              </a:extLst>
            </p:cNvPr>
            <p:cNvGrpSpPr/>
            <p:nvPr/>
          </p:nvGrpSpPr>
          <p:grpSpPr>
            <a:xfrm>
              <a:off x="950644" y="2534859"/>
              <a:ext cx="1629755" cy="420417"/>
              <a:chOff x="971600" y="2001501"/>
              <a:chExt cx="1629755" cy="420417"/>
            </a:xfrm>
          </p:grpSpPr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3AD97F6C-6310-4594-914C-94CA0CFEACCC}"/>
                  </a:ext>
                </a:extLst>
              </p:cNvPr>
              <p:cNvSpPr/>
              <p:nvPr/>
            </p:nvSpPr>
            <p:spPr>
              <a:xfrm>
                <a:off x="971600" y="2001501"/>
                <a:ext cx="1629755" cy="420417"/>
              </a:xfrm>
              <a:prstGeom prst="rect">
                <a:avLst/>
              </a:prstGeom>
              <a:ln/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56B1C3A1-3EC5-4DF2-8A9C-FE66D1A9249F}"/>
                  </a:ext>
                </a:extLst>
              </p:cNvPr>
              <p:cNvSpPr txBox="1"/>
              <p:nvPr/>
            </p:nvSpPr>
            <p:spPr>
              <a:xfrm>
                <a:off x="1566021" y="2073405"/>
                <a:ext cx="603050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/>
                  <a:t>Manual</a:t>
                </a:r>
                <a:endParaRPr lang="th-TH" sz="1000" dirty="0"/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8212B454-9E26-4022-8243-ABA36016DCF0}"/>
                </a:ext>
              </a:extLst>
            </p:cNvPr>
            <p:cNvGrpSpPr/>
            <p:nvPr/>
          </p:nvGrpSpPr>
          <p:grpSpPr>
            <a:xfrm>
              <a:off x="1041282" y="2593315"/>
              <a:ext cx="482824" cy="303504"/>
              <a:chOff x="1140538" y="2571750"/>
              <a:chExt cx="482824" cy="303504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18D9789A-23D7-46DB-AA4B-3CF616CB92B7}"/>
                  </a:ext>
                </a:extLst>
              </p:cNvPr>
              <p:cNvSpPr/>
              <p:nvPr/>
            </p:nvSpPr>
            <p:spPr>
              <a:xfrm>
                <a:off x="1140538" y="2571750"/>
                <a:ext cx="482824" cy="60659"/>
              </a:xfrm>
              <a:prstGeom prst="rect">
                <a:avLst/>
              </a:prstGeom>
              <a:solidFill>
                <a:srgbClr val="F8B2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26EA3F1D-5786-4764-B858-08A4CA471611}"/>
                  </a:ext>
                </a:extLst>
              </p:cNvPr>
              <p:cNvSpPr/>
              <p:nvPr/>
            </p:nvSpPr>
            <p:spPr>
              <a:xfrm>
                <a:off x="1140538" y="2650710"/>
                <a:ext cx="482824" cy="60659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B0D71415-2766-4D79-9F3F-560C4610B7DD}"/>
                  </a:ext>
                </a:extLst>
              </p:cNvPr>
              <p:cNvSpPr/>
              <p:nvPr/>
            </p:nvSpPr>
            <p:spPr>
              <a:xfrm>
                <a:off x="1140538" y="2731542"/>
                <a:ext cx="482824" cy="60659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CC5923C5-A325-445B-BE72-495977381B8B}"/>
                  </a:ext>
                </a:extLst>
              </p:cNvPr>
              <p:cNvSpPr/>
              <p:nvPr/>
            </p:nvSpPr>
            <p:spPr>
              <a:xfrm>
                <a:off x="1140538" y="2814595"/>
                <a:ext cx="482824" cy="60659"/>
              </a:xfrm>
              <a:prstGeom prst="rect">
                <a:avLst/>
              </a:prstGeom>
              <a:solidFill>
                <a:srgbClr val="9AD3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</p:grp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9B12AA4F-0D97-46C2-81BB-744EE6DD6227}"/>
              </a:ext>
            </a:extLst>
          </p:cNvPr>
          <p:cNvSpPr txBox="1"/>
          <p:nvPr/>
        </p:nvSpPr>
        <p:spPr>
          <a:xfrm>
            <a:off x="7435530" y="1253545"/>
            <a:ext cx="65274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Pattern 4</a:t>
            </a:r>
            <a:endParaRPr lang="th-TH" sz="900" dirty="0"/>
          </a:p>
        </p:txBody>
      </p:sp>
    </p:spTree>
    <p:extLst>
      <p:ext uri="{BB962C8B-B14F-4D97-AF65-F5344CB8AC3E}">
        <p14:creationId xmlns:p14="http://schemas.microsoft.com/office/powerpoint/2010/main" val="21093951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raphic 21">
            <a:extLst>
              <a:ext uri="{FF2B5EF4-FFF2-40B4-BE49-F238E27FC236}">
                <a16:creationId xmlns:a16="http://schemas.microsoft.com/office/drawing/2014/main" id="{2DF51256-6474-4755-8610-B2AC5AA8FF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20548" y="2879895"/>
            <a:ext cx="447960" cy="447960"/>
          </a:xfrm>
          <a:prstGeom prst="rect">
            <a:avLst/>
          </a:prstGeom>
        </p:spPr>
      </p:pic>
      <p:sp>
        <p:nvSpPr>
          <p:cNvPr id="16" name="Right Triangle 17">
            <a:extLst>
              <a:ext uri="{FF2B5EF4-FFF2-40B4-BE49-F238E27FC236}">
                <a16:creationId xmlns:a16="http://schemas.microsoft.com/office/drawing/2014/main" id="{A706CB2C-AED2-4A91-B875-F2F8876BDD3E}"/>
              </a:ext>
            </a:extLst>
          </p:cNvPr>
          <p:cNvSpPr/>
          <p:nvPr/>
        </p:nvSpPr>
        <p:spPr>
          <a:xfrm>
            <a:off x="1830447" y="1398402"/>
            <a:ext cx="385790" cy="546392"/>
          </a:xfrm>
          <a:custGeom>
            <a:avLst/>
            <a:gdLst/>
            <a:ahLst/>
            <a:cxnLst/>
            <a:rect l="l" t="t" r="r" b="b"/>
            <a:pathLst>
              <a:path w="2387678" h="3240000">
                <a:moveTo>
                  <a:pt x="1645041" y="17032"/>
                </a:moveTo>
                <a:lnTo>
                  <a:pt x="2376264" y="17032"/>
                </a:lnTo>
                <a:lnTo>
                  <a:pt x="2376264" y="17033"/>
                </a:lnTo>
                <a:lnTo>
                  <a:pt x="1645042" y="17033"/>
                </a:lnTo>
                <a:close/>
                <a:moveTo>
                  <a:pt x="0" y="17032"/>
                </a:moveTo>
                <a:lnTo>
                  <a:pt x="1379678" y="17032"/>
                </a:lnTo>
                <a:lnTo>
                  <a:pt x="1379678" y="996125"/>
                </a:lnTo>
                <a:lnTo>
                  <a:pt x="2376264" y="996125"/>
                </a:lnTo>
                <a:lnTo>
                  <a:pt x="2376264" y="3240000"/>
                </a:lnTo>
                <a:lnTo>
                  <a:pt x="0" y="3240000"/>
                </a:lnTo>
                <a:close/>
                <a:moveTo>
                  <a:pt x="1498869" y="0"/>
                </a:moveTo>
                <a:lnTo>
                  <a:pt x="2387678" y="888809"/>
                </a:lnTo>
                <a:lnTo>
                  <a:pt x="1498869" y="888809"/>
                </a:lnTo>
                <a:close/>
              </a:path>
            </a:pathLst>
          </a:custGeom>
          <a:solidFill>
            <a:srgbClr val="FAD2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2E0D564-58BC-4DD5-A560-DFCBB5581B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ALM</a:t>
            </a:r>
            <a:endParaRPr lang="th-TH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7926927-44A1-4C7D-A8FB-1CE0DF193701}"/>
              </a:ext>
            </a:extLst>
          </p:cNvPr>
          <p:cNvSpPr/>
          <p:nvPr/>
        </p:nvSpPr>
        <p:spPr>
          <a:xfrm>
            <a:off x="1547664" y="1203598"/>
            <a:ext cx="936000" cy="936000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D0613E-0D5B-4B54-87DF-B34E9426734A}"/>
              </a:ext>
            </a:extLst>
          </p:cNvPr>
          <p:cNvCxnSpPr>
            <a:endCxn id="4" idx="2"/>
          </p:cNvCxnSpPr>
          <p:nvPr/>
        </p:nvCxnSpPr>
        <p:spPr>
          <a:xfrm>
            <a:off x="430460" y="1671598"/>
            <a:ext cx="1117204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F14610D-1E5B-48A1-904E-9771A3112461}"/>
              </a:ext>
            </a:extLst>
          </p:cNvPr>
          <p:cNvSpPr txBox="1"/>
          <p:nvPr/>
        </p:nvSpPr>
        <p:spPr>
          <a:xfrm>
            <a:off x="1663354" y="1544640"/>
            <a:ext cx="8203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/>
              <a:t>Raw File</a:t>
            </a:r>
            <a:endParaRPr lang="th-TH" sz="105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8D8D71-BB34-4974-954B-77D1089B5DF4}"/>
              </a:ext>
            </a:extLst>
          </p:cNvPr>
          <p:cNvSpPr txBox="1"/>
          <p:nvPr/>
        </p:nvSpPr>
        <p:spPr>
          <a:xfrm>
            <a:off x="433156" y="1863864"/>
            <a:ext cx="11288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C1R02T1S1.raw</a:t>
            </a:r>
          </a:p>
          <a:p>
            <a:r>
              <a:rPr lang="en-US" sz="1000" dirty="0"/>
              <a:t>C1R02T1S2.raw</a:t>
            </a:r>
          </a:p>
          <a:p>
            <a:r>
              <a:rPr lang="en-US" sz="1000" dirty="0"/>
              <a:t>C1R02T1S3.raw</a:t>
            </a:r>
          </a:p>
          <a:p>
            <a:r>
              <a:rPr lang="en-US" sz="1000" dirty="0"/>
              <a:t>C1R02T1S4.raw</a:t>
            </a:r>
            <a:endParaRPr lang="th-TH" sz="100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D84704C-2CBC-452C-84EB-97D3C5B89016}"/>
              </a:ext>
            </a:extLst>
          </p:cNvPr>
          <p:cNvSpPr/>
          <p:nvPr/>
        </p:nvSpPr>
        <p:spPr>
          <a:xfrm>
            <a:off x="1555342" y="2634243"/>
            <a:ext cx="936000" cy="936000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31337E1-CC32-4A53-96A7-EFBC04B6F55C}"/>
              </a:ext>
            </a:extLst>
          </p:cNvPr>
          <p:cNvCxnSpPr>
            <a:cxnSpLocks/>
          </p:cNvCxnSpPr>
          <p:nvPr/>
        </p:nvCxnSpPr>
        <p:spPr>
          <a:xfrm>
            <a:off x="2023342" y="2139598"/>
            <a:ext cx="0" cy="468104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84E6DD4-8509-48E3-B0BF-73236BCFA698}"/>
              </a:ext>
            </a:extLst>
          </p:cNvPr>
          <p:cNvSpPr txBox="1"/>
          <p:nvPr/>
        </p:nvSpPr>
        <p:spPr>
          <a:xfrm>
            <a:off x="1618355" y="2967481"/>
            <a:ext cx="798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Strategy</a:t>
            </a:r>
            <a:endParaRPr lang="th-TH" sz="12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7BAEDF2-88A0-4327-B031-F138A8911EF1}"/>
              </a:ext>
            </a:extLst>
          </p:cNvPr>
          <p:cNvSpPr txBox="1"/>
          <p:nvPr/>
        </p:nvSpPr>
        <p:spPr>
          <a:xfrm>
            <a:off x="771390" y="3066245"/>
            <a:ext cx="7906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C1R02T1</a:t>
            </a:r>
            <a:endParaRPr lang="th-TH" dirty="0"/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DE43906D-F8C6-40D5-B373-B5D80B755AF3}"/>
              </a:ext>
            </a:extLst>
          </p:cNvPr>
          <p:cNvGrpSpPr/>
          <p:nvPr/>
        </p:nvGrpSpPr>
        <p:grpSpPr>
          <a:xfrm>
            <a:off x="4884037" y="2590022"/>
            <a:ext cx="1485048" cy="463535"/>
            <a:chOff x="4884037" y="2590022"/>
            <a:chExt cx="1485048" cy="463535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DE26E42-B4A8-492A-BACD-FE77D94BA562}"/>
                </a:ext>
              </a:extLst>
            </p:cNvPr>
            <p:cNvSpPr/>
            <p:nvPr/>
          </p:nvSpPr>
          <p:spPr>
            <a:xfrm>
              <a:off x="4884037" y="2590022"/>
              <a:ext cx="1485048" cy="2171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2701">
                <a:ea typeface="+mj-ea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C1604851-D5C7-44BC-A4BD-046DBC340EB6}"/>
                </a:ext>
              </a:extLst>
            </p:cNvPr>
            <p:cNvSpPr/>
            <p:nvPr/>
          </p:nvSpPr>
          <p:spPr>
            <a:xfrm>
              <a:off x="4884037" y="2836393"/>
              <a:ext cx="1485048" cy="21716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2701">
                <a:ea typeface="+mj-ea"/>
              </a:endParaRPr>
            </a:p>
          </p:txBody>
        </p:sp>
      </p:grpSp>
      <p:sp>
        <p:nvSpPr>
          <p:cNvPr id="42" name="Rectangle 41">
            <a:extLst>
              <a:ext uri="{FF2B5EF4-FFF2-40B4-BE49-F238E27FC236}">
                <a16:creationId xmlns:a16="http://schemas.microsoft.com/office/drawing/2014/main" id="{90D6F750-940D-4B7B-9DA7-91B125C27E58}"/>
              </a:ext>
            </a:extLst>
          </p:cNvPr>
          <p:cNvSpPr/>
          <p:nvPr/>
        </p:nvSpPr>
        <p:spPr>
          <a:xfrm>
            <a:off x="4884037" y="3105584"/>
            <a:ext cx="1485048" cy="21716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701">
              <a:ea typeface="+mj-ea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739F30F-CD1C-4793-9892-1EA670E64939}"/>
              </a:ext>
            </a:extLst>
          </p:cNvPr>
          <p:cNvSpPr/>
          <p:nvPr/>
        </p:nvSpPr>
        <p:spPr>
          <a:xfrm>
            <a:off x="4884037" y="3353079"/>
            <a:ext cx="1485048" cy="21716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701">
              <a:ea typeface="+mj-ea"/>
            </a:endParaRPr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2C27A417-9DC3-43AE-A036-FEB7C24DA7E8}"/>
              </a:ext>
            </a:extLst>
          </p:cNvPr>
          <p:cNvGrpSpPr/>
          <p:nvPr/>
        </p:nvGrpSpPr>
        <p:grpSpPr>
          <a:xfrm>
            <a:off x="4443707" y="2590022"/>
            <a:ext cx="440866" cy="980221"/>
            <a:chOff x="4443707" y="2590022"/>
            <a:chExt cx="440866" cy="980221"/>
          </a:xfrm>
        </p:grpSpPr>
        <p:sp>
          <p:nvSpPr>
            <p:cNvPr id="39" name="Isosceles Triangle 26">
              <a:extLst>
                <a:ext uri="{FF2B5EF4-FFF2-40B4-BE49-F238E27FC236}">
                  <a16:creationId xmlns:a16="http://schemas.microsoft.com/office/drawing/2014/main" id="{18015A8A-0650-4977-8083-E1D1E16B0DAA}"/>
                </a:ext>
              </a:extLst>
            </p:cNvPr>
            <p:cNvSpPr/>
            <p:nvPr/>
          </p:nvSpPr>
          <p:spPr>
            <a:xfrm rot="16200000">
              <a:off x="4430943" y="2606025"/>
              <a:ext cx="469632" cy="437626"/>
            </a:xfrm>
            <a:custGeom>
              <a:avLst/>
              <a:gdLst>
                <a:gd name="connsiteX0" fmla="*/ 0 w 1008000"/>
                <a:gd name="connsiteY0" fmla="*/ 1096600 h 1096600"/>
                <a:gd name="connsiteX1" fmla="*/ 131856 w 1008000"/>
                <a:gd name="connsiteY1" fmla="*/ 0 h 1096600"/>
                <a:gd name="connsiteX2" fmla="*/ 1008000 w 1008000"/>
                <a:gd name="connsiteY2" fmla="*/ 1096600 h 1096600"/>
                <a:gd name="connsiteX3" fmla="*/ 0 w 1008000"/>
                <a:gd name="connsiteY3" fmla="*/ 1096600 h 1096600"/>
                <a:gd name="connsiteX0" fmla="*/ 1197213 w 2205213"/>
                <a:gd name="connsiteY0" fmla="*/ 1064702 h 1064702"/>
                <a:gd name="connsiteX1" fmla="*/ 0 w 2205213"/>
                <a:gd name="connsiteY1" fmla="*/ 0 h 1064702"/>
                <a:gd name="connsiteX2" fmla="*/ 2205213 w 2205213"/>
                <a:gd name="connsiteY2" fmla="*/ 1064702 h 1064702"/>
                <a:gd name="connsiteX3" fmla="*/ 1197213 w 2205213"/>
                <a:gd name="connsiteY3" fmla="*/ 1064702 h 1064702"/>
                <a:gd name="connsiteX0" fmla="*/ 1180481 w 2188481"/>
                <a:gd name="connsiteY0" fmla="*/ 1064702 h 1064702"/>
                <a:gd name="connsiteX1" fmla="*/ 0 w 2188481"/>
                <a:gd name="connsiteY1" fmla="*/ 0 h 1064702"/>
                <a:gd name="connsiteX2" fmla="*/ 2188481 w 2188481"/>
                <a:gd name="connsiteY2" fmla="*/ 1064702 h 1064702"/>
                <a:gd name="connsiteX3" fmla="*/ 1180481 w 2188481"/>
                <a:gd name="connsiteY3" fmla="*/ 1064702 h 1064702"/>
                <a:gd name="connsiteX0" fmla="*/ 1172115 w 2180115"/>
                <a:gd name="connsiteY0" fmla="*/ 1067431 h 1067431"/>
                <a:gd name="connsiteX1" fmla="*/ 0 w 2180115"/>
                <a:gd name="connsiteY1" fmla="*/ 0 h 1067431"/>
                <a:gd name="connsiteX2" fmla="*/ 2180115 w 2180115"/>
                <a:gd name="connsiteY2" fmla="*/ 1067431 h 1067431"/>
                <a:gd name="connsiteX3" fmla="*/ 1172115 w 2180115"/>
                <a:gd name="connsiteY3" fmla="*/ 1067431 h 1067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0115" h="1067431">
                  <a:moveTo>
                    <a:pt x="1172115" y="1067431"/>
                  </a:moveTo>
                  <a:lnTo>
                    <a:pt x="0" y="0"/>
                  </a:lnTo>
                  <a:lnTo>
                    <a:pt x="2180115" y="1067431"/>
                  </a:lnTo>
                  <a:lnTo>
                    <a:pt x="1172115" y="1067431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80000"/>
                  </a:schemeClr>
                </a:gs>
                <a:gs pos="100000">
                  <a:schemeClr val="accent1">
                    <a:lumMod val="8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2701">
                <a:ea typeface="+mj-ea"/>
              </a:endParaRPr>
            </a:p>
          </p:txBody>
        </p:sp>
        <p:sp>
          <p:nvSpPr>
            <p:cNvPr id="41" name="Isosceles Triangle 48">
              <a:extLst>
                <a:ext uri="{FF2B5EF4-FFF2-40B4-BE49-F238E27FC236}">
                  <a16:creationId xmlns:a16="http://schemas.microsoft.com/office/drawing/2014/main" id="{2F42D406-783C-4D10-AB9F-6BA6619754D9}"/>
                </a:ext>
              </a:extLst>
            </p:cNvPr>
            <p:cNvSpPr/>
            <p:nvPr/>
          </p:nvSpPr>
          <p:spPr>
            <a:xfrm rot="16200000">
              <a:off x="4548388" y="2739595"/>
              <a:ext cx="231504" cy="440865"/>
            </a:xfrm>
            <a:custGeom>
              <a:avLst/>
              <a:gdLst>
                <a:gd name="connsiteX0" fmla="*/ 0 w 1008000"/>
                <a:gd name="connsiteY0" fmla="*/ 1096600 h 1096600"/>
                <a:gd name="connsiteX1" fmla="*/ 131856 w 1008000"/>
                <a:gd name="connsiteY1" fmla="*/ 0 h 1096600"/>
                <a:gd name="connsiteX2" fmla="*/ 1008000 w 1008000"/>
                <a:gd name="connsiteY2" fmla="*/ 1096600 h 1096600"/>
                <a:gd name="connsiteX3" fmla="*/ 0 w 1008000"/>
                <a:gd name="connsiteY3" fmla="*/ 1096600 h 1096600"/>
                <a:gd name="connsiteX0" fmla="*/ 112693 w 1120693"/>
                <a:gd name="connsiteY0" fmla="*/ 1075334 h 1075334"/>
                <a:gd name="connsiteX1" fmla="*/ 0 w 1120693"/>
                <a:gd name="connsiteY1" fmla="*/ 0 h 1075334"/>
                <a:gd name="connsiteX2" fmla="*/ 1120693 w 1120693"/>
                <a:gd name="connsiteY2" fmla="*/ 1075334 h 1075334"/>
                <a:gd name="connsiteX3" fmla="*/ 112693 w 1120693"/>
                <a:gd name="connsiteY3" fmla="*/ 1075334 h 1075334"/>
                <a:gd name="connsiteX0" fmla="*/ 83413 w 1091413"/>
                <a:gd name="connsiteY0" fmla="*/ 1072603 h 1072603"/>
                <a:gd name="connsiteX1" fmla="*/ 0 w 1091413"/>
                <a:gd name="connsiteY1" fmla="*/ 0 h 1072603"/>
                <a:gd name="connsiteX2" fmla="*/ 1091413 w 1091413"/>
                <a:gd name="connsiteY2" fmla="*/ 1072603 h 1072603"/>
                <a:gd name="connsiteX3" fmla="*/ 83413 w 1091413"/>
                <a:gd name="connsiteY3" fmla="*/ 1072603 h 1072603"/>
                <a:gd name="connsiteX0" fmla="*/ 79231 w 1087231"/>
                <a:gd name="connsiteY0" fmla="*/ 1069873 h 1069873"/>
                <a:gd name="connsiteX1" fmla="*/ 0 w 1087231"/>
                <a:gd name="connsiteY1" fmla="*/ 0 h 1069873"/>
                <a:gd name="connsiteX2" fmla="*/ 1087231 w 1087231"/>
                <a:gd name="connsiteY2" fmla="*/ 1069873 h 1069873"/>
                <a:gd name="connsiteX3" fmla="*/ 79231 w 1087231"/>
                <a:gd name="connsiteY3" fmla="*/ 1069873 h 1069873"/>
                <a:gd name="connsiteX0" fmla="*/ 62499 w 1070499"/>
                <a:gd name="connsiteY0" fmla="*/ 1075334 h 1075334"/>
                <a:gd name="connsiteX1" fmla="*/ 0 w 1070499"/>
                <a:gd name="connsiteY1" fmla="*/ 0 h 1075334"/>
                <a:gd name="connsiteX2" fmla="*/ 1070499 w 1070499"/>
                <a:gd name="connsiteY2" fmla="*/ 1075334 h 1075334"/>
                <a:gd name="connsiteX3" fmla="*/ 62499 w 1070499"/>
                <a:gd name="connsiteY3" fmla="*/ 1075334 h 1075334"/>
                <a:gd name="connsiteX0" fmla="*/ 66683 w 1074683"/>
                <a:gd name="connsiteY0" fmla="*/ 1075332 h 1075332"/>
                <a:gd name="connsiteX1" fmla="*/ 0 w 1074683"/>
                <a:gd name="connsiteY1" fmla="*/ 0 h 1075332"/>
                <a:gd name="connsiteX2" fmla="*/ 1074683 w 1074683"/>
                <a:gd name="connsiteY2" fmla="*/ 1075332 h 1075332"/>
                <a:gd name="connsiteX3" fmla="*/ 66683 w 1074683"/>
                <a:gd name="connsiteY3" fmla="*/ 1075332 h 1075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4683" h="1075332">
                  <a:moveTo>
                    <a:pt x="66683" y="1075332"/>
                  </a:moveTo>
                  <a:lnTo>
                    <a:pt x="0" y="0"/>
                  </a:lnTo>
                  <a:lnTo>
                    <a:pt x="1074683" y="1075332"/>
                  </a:lnTo>
                  <a:lnTo>
                    <a:pt x="66683" y="1075332"/>
                  </a:lnTo>
                  <a:close/>
                </a:path>
              </a:pathLst>
            </a:custGeom>
            <a:gradFill>
              <a:gsLst>
                <a:gs pos="0">
                  <a:schemeClr val="accent2">
                    <a:lumMod val="80000"/>
                  </a:schemeClr>
                </a:gs>
                <a:gs pos="100000">
                  <a:schemeClr val="accent2">
                    <a:lumMod val="8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2701">
                <a:ea typeface="+mj-ea"/>
              </a:endParaRPr>
            </a:p>
          </p:txBody>
        </p:sp>
        <p:sp>
          <p:nvSpPr>
            <p:cNvPr id="43" name="Isosceles Triangle 49">
              <a:extLst>
                <a:ext uri="{FF2B5EF4-FFF2-40B4-BE49-F238E27FC236}">
                  <a16:creationId xmlns:a16="http://schemas.microsoft.com/office/drawing/2014/main" id="{7E8E8FA3-EB80-42F8-B677-AC6B323A40DF}"/>
                </a:ext>
              </a:extLst>
            </p:cNvPr>
            <p:cNvSpPr/>
            <p:nvPr/>
          </p:nvSpPr>
          <p:spPr>
            <a:xfrm rot="16200000">
              <a:off x="4549049" y="2980171"/>
              <a:ext cx="230300" cy="440746"/>
            </a:xfrm>
            <a:custGeom>
              <a:avLst/>
              <a:gdLst>
                <a:gd name="connsiteX0" fmla="*/ 0 w 1008000"/>
                <a:gd name="connsiteY0" fmla="*/ 1096600 h 1096600"/>
                <a:gd name="connsiteX1" fmla="*/ 131856 w 1008000"/>
                <a:gd name="connsiteY1" fmla="*/ 0 h 1096600"/>
                <a:gd name="connsiteX2" fmla="*/ 1008000 w 1008000"/>
                <a:gd name="connsiteY2" fmla="*/ 1096600 h 1096600"/>
                <a:gd name="connsiteX3" fmla="*/ 0 w 1008000"/>
                <a:gd name="connsiteY3" fmla="*/ 1096600 h 1096600"/>
                <a:gd name="connsiteX0" fmla="*/ 0 w 1035624"/>
                <a:gd name="connsiteY0" fmla="*/ 1085967 h 1085967"/>
                <a:gd name="connsiteX1" fmla="*/ 1035624 w 1035624"/>
                <a:gd name="connsiteY1" fmla="*/ 0 h 1085967"/>
                <a:gd name="connsiteX2" fmla="*/ 1008000 w 1035624"/>
                <a:gd name="connsiteY2" fmla="*/ 1085967 h 1085967"/>
                <a:gd name="connsiteX3" fmla="*/ 0 w 1035624"/>
                <a:gd name="connsiteY3" fmla="*/ 1085967 h 1085967"/>
                <a:gd name="connsiteX0" fmla="*/ 0 w 1060722"/>
                <a:gd name="connsiteY0" fmla="*/ 1075043 h 1075043"/>
                <a:gd name="connsiteX1" fmla="*/ 1060722 w 1060722"/>
                <a:gd name="connsiteY1" fmla="*/ 0 h 1075043"/>
                <a:gd name="connsiteX2" fmla="*/ 1008000 w 1060722"/>
                <a:gd name="connsiteY2" fmla="*/ 1075043 h 1075043"/>
                <a:gd name="connsiteX3" fmla="*/ 0 w 1060722"/>
                <a:gd name="connsiteY3" fmla="*/ 1075043 h 1075043"/>
                <a:gd name="connsiteX0" fmla="*/ 0 w 1069087"/>
                <a:gd name="connsiteY0" fmla="*/ 1075043 h 1075043"/>
                <a:gd name="connsiteX1" fmla="*/ 1069087 w 1069087"/>
                <a:gd name="connsiteY1" fmla="*/ 0 h 1075043"/>
                <a:gd name="connsiteX2" fmla="*/ 1008000 w 1069087"/>
                <a:gd name="connsiteY2" fmla="*/ 1075043 h 1075043"/>
                <a:gd name="connsiteX3" fmla="*/ 0 w 1069087"/>
                <a:gd name="connsiteY3" fmla="*/ 1075043 h 1075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69087" h="1075043">
                  <a:moveTo>
                    <a:pt x="0" y="1075043"/>
                  </a:moveTo>
                  <a:lnTo>
                    <a:pt x="1069087" y="0"/>
                  </a:lnTo>
                  <a:lnTo>
                    <a:pt x="1008000" y="1075043"/>
                  </a:lnTo>
                  <a:lnTo>
                    <a:pt x="0" y="1075043"/>
                  </a:lnTo>
                  <a:close/>
                </a:path>
              </a:pathLst>
            </a:custGeom>
            <a:gradFill>
              <a:gsLst>
                <a:gs pos="0">
                  <a:schemeClr val="accent3">
                    <a:lumMod val="80000"/>
                  </a:schemeClr>
                </a:gs>
                <a:gs pos="100000">
                  <a:schemeClr val="accent3">
                    <a:lumMod val="8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2701" dirty="0">
                <a:ea typeface="+mj-ea"/>
              </a:endParaRPr>
            </a:p>
          </p:txBody>
        </p:sp>
        <p:sp>
          <p:nvSpPr>
            <p:cNvPr id="45" name="Isosceles Triangle 50">
              <a:extLst>
                <a:ext uri="{FF2B5EF4-FFF2-40B4-BE49-F238E27FC236}">
                  <a16:creationId xmlns:a16="http://schemas.microsoft.com/office/drawing/2014/main" id="{C99D1EF7-02E4-4E79-85F4-088EFFE8490B}"/>
                </a:ext>
              </a:extLst>
            </p:cNvPr>
            <p:cNvSpPr/>
            <p:nvPr/>
          </p:nvSpPr>
          <p:spPr>
            <a:xfrm rot="16200000">
              <a:off x="4432741" y="3118412"/>
              <a:ext cx="467039" cy="436624"/>
            </a:xfrm>
            <a:custGeom>
              <a:avLst/>
              <a:gdLst>
                <a:gd name="connsiteX0" fmla="*/ 0 w 1008000"/>
                <a:gd name="connsiteY0" fmla="*/ 1096600 h 1096600"/>
                <a:gd name="connsiteX1" fmla="*/ 131856 w 1008000"/>
                <a:gd name="connsiteY1" fmla="*/ 0 h 1096600"/>
                <a:gd name="connsiteX2" fmla="*/ 1008000 w 1008000"/>
                <a:gd name="connsiteY2" fmla="*/ 1096600 h 1096600"/>
                <a:gd name="connsiteX3" fmla="*/ 0 w 1008000"/>
                <a:gd name="connsiteY3" fmla="*/ 1096600 h 1096600"/>
                <a:gd name="connsiteX0" fmla="*/ 0 w 2109512"/>
                <a:gd name="connsiteY0" fmla="*/ 1054069 h 1054069"/>
                <a:gd name="connsiteX1" fmla="*/ 2109512 w 2109512"/>
                <a:gd name="connsiteY1" fmla="*/ 0 h 1054069"/>
                <a:gd name="connsiteX2" fmla="*/ 1008000 w 2109512"/>
                <a:gd name="connsiteY2" fmla="*/ 1054069 h 1054069"/>
                <a:gd name="connsiteX3" fmla="*/ 0 w 2109512"/>
                <a:gd name="connsiteY3" fmla="*/ 1054069 h 1054069"/>
                <a:gd name="connsiteX0" fmla="*/ 0 w 2172255"/>
                <a:gd name="connsiteY0" fmla="*/ 1064989 h 1064989"/>
                <a:gd name="connsiteX1" fmla="*/ 2172255 w 2172255"/>
                <a:gd name="connsiteY1" fmla="*/ 0 h 1064989"/>
                <a:gd name="connsiteX2" fmla="*/ 1008000 w 2172255"/>
                <a:gd name="connsiteY2" fmla="*/ 1064989 h 1064989"/>
                <a:gd name="connsiteX3" fmla="*/ 0 w 2172255"/>
                <a:gd name="connsiteY3" fmla="*/ 1064989 h 1064989"/>
                <a:gd name="connsiteX0" fmla="*/ 0 w 2168072"/>
                <a:gd name="connsiteY0" fmla="*/ 1064989 h 1064989"/>
                <a:gd name="connsiteX1" fmla="*/ 2168072 w 2168072"/>
                <a:gd name="connsiteY1" fmla="*/ 0 h 1064989"/>
                <a:gd name="connsiteX2" fmla="*/ 1008000 w 2168072"/>
                <a:gd name="connsiteY2" fmla="*/ 1064989 h 1064989"/>
                <a:gd name="connsiteX3" fmla="*/ 0 w 2168072"/>
                <a:gd name="connsiteY3" fmla="*/ 1064989 h 1064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68072" h="1064989">
                  <a:moveTo>
                    <a:pt x="0" y="1064989"/>
                  </a:moveTo>
                  <a:lnTo>
                    <a:pt x="2168072" y="0"/>
                  </a:lnTo>
                  <a:lnTo>
                    <a:pt x="1008000" y="1064989"/>
                  </a:lnTo>
                  <a:lnTo>
                    <a:pt x="0" y="1064989"/>
                  </a:lnTo>
                  <a:close/>
                </a:path>
              </a:pathLst>
            </a:custGeom>
            <a:gradFill>
              <a:gsLst>
                <a:gs pos="0">
                  <a:schemeClr val="accent4">
                    <a:lumMod val="80000"/>
                  </a:schemeClr>
                </a:gs>
                <a:gs pos="100000">
                  <a:schemeClr val="accent4">
                    <a:lumMod val="8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2701" dirty="0">
                <a:ea typeface="+mj-ea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9050C7CB-083E-4C31-BC86-76E9710EEF98}"/>
              </a:ext>
            </a:extLst>
          </p:cNvPr>
          <p:cNvGrpSpPr/>
          <p:nvPr/>
        </p:nvGrpSpPr>
        <p:grpSpPr>
          <a:xfrm>
            <a:off x="3022659" y="2518238"/>
            <a:ext cx="1383876" cy="1090221"/>
            <a:chOff x="3059832" y="2470387"/>
            <a:chExt cx="1383876" cy="1090221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7302380-CF21-41BC-8798-AFAE97A15080}"/>
                </a:ext>
              </a:extLst>
            </p:cNvPr>
            <p:cNvSpPr/>
            <p:nvPr/>
          </p:nvSpPr>
          <p:spPr>
            <a:xfrm>
              <a:off x="3059832" y="2470387"/>
              <a:ext cx="1383876" cy="1090221"/>
            </a:xfrm>
            <a:custGeom>
              <a:avLst/>
              <a:gdLst>
                <a:gd name="connsiteX0" fmla="*/ 2388104 w 4776206"/>
                <a:gd name="connsiteY0" fmla="*/ 148949 h 3762713"/>
                <a:gd name="connsiteX1" fmla="*/ 206218 w 4776206"/>
                <a:gd name="connsiteY1" fmla="*/ 909440 h 3762713"/>
                <a:gd name="connsiteX2" fmla="*/ 2388104 w 4776206"/>
                <a:gd name="connsiteY2" fmla="*/ 1669931 h 3762713"/>
                <a:gd name="connsiteX3" fmla="*/ 4569990 w 4776206"/>
                <a:gd name="connsiteY3" fmla="*/ 909440 h 3762713"/>
                <a:gd name="connsiteX4" fmla="*/ 2388104 w 4776206"/>
                <a:gd name="connsiteY4" fmla="*/ 148949 h 3762713"/>
                <a:gd name="connsiteX5" fmla="*/ 2388103 w 4776206"/>
                <a:gd name="connsiteY5" fmla="*/ 0 h 3762713"/>
                <a:gd name="connsiteX6" fmla="*/ 4776206 w 4776206"/>
                <a:gd name="connsiteY6" fmla="*/ 918941 h 3762713"/>
                <a:gd name="connsiteX7" fmla="*/ 4763876 w 4776206"/>
                <a:gd name="connsiteY7" fmla="*/ 1012898 h 3762713"/>
                <a:gd name="connsiteX8" fmla="*/ 4757696 w 4776206"/>
                <a:gd name="connsiteY8" fmla="*/ 1028481 h 3762713"/>
                <a:gd name="connsiteX9" fmla="*/ 4659107 w 4776206"/>
                <a:gd name="connsiteY9" fmla="*/ 1202441 h 3762713"/>
                <a:gd name="connsiteX10" fmla="*/ 3006423 w 4776206"/>
                <a:gd name="connsiteY10" fmla="*/ 3657627 h 3762713"/>
                <a:gd name="connsiteX11" fmla="*/ 3000542 w 4776206"/>
                <a:gd name="connsiteY11" fmla="*/ 3657627 h 3762713"/>
                <a:gd name="connsiteX12" fmla="*/ 2997113 w 4776206"/>
                <a:gd name="connsiteY12" fmla="*/ 3664350 h 3762713"/>
                <a:gd name="connsiteX13" fmla="*/ 2386594 w 4776206"/>
                <a:gd name="connsiteY13" fmla="*/ 3762713 h 3762713"/>
                <a:gd name="connsiteX14" fmla="*/ 1776075 w 4776206"/>
                <a:gd name="connsiteY14" fmla="*/ 3664350 h 3762713"/>
                <a:gd name="connsiteX15" fmla="*/ 1772646 w 4776206"/>
                <a:gd name="connsiteY15" fmla="*/ 3657627 h 3762713"/>
                <a:gd name="connsiteX16" fmla="*/ 1769783 w 4776206"/>
                <a:gd name="connsiteY16" fmla="*/ 3657627 h 3762713"/>
                <a:gd name="connsiteX17" fmla="*/ 117099 w 4776206"/>
                <a:gd name="connsiteY17" fmla="*/ 1202441 h 3762713"/>
                <a:gd name="connsiteX18" fmla="*/ 18511 w 4776206"/>
                <a:gd name="connsiteY18" fmla="*/ 1028481 h 3762713"/>
                <a:gd name="connsiteX19" fmla="*/ 12330 w 4776206"/>
                <a:gd name="connsiteY19" fmla="*/ 1012898 h 3762713"/>
                <a:gd name="connsiteX20" fmla="*/ 0 w 4776206"/>
                <a:gd name="connsiteY20" fmla="*/ 918941 h 3762713"/>
                <a:gd name="connsiteX21" fmla="*/ 2388103 w 4776206"/>
                <a:gd name="connsiteY21" fmla="*/ 0 h 376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776206" h="3762713">
                  <a:moveTo>
                    <a:pt x="2388104" y="148949"/>
                  </a:moveTo>
                  <a:cubicBezTo>
                    <a:pt x="1183082" y="148949"/>
                    <a:pt x="206218" y="489432"/>
                    <a:pt x="206218" y="909440"/>
                  </a:cubicBezTo>
                  <a:cubicBezTo>
                    <a:pt x="206218" y="1329448"/>
                    <a:pt x="1183082" y="1669931"/>
                    <a:pt x="2388104" y="1669931"/>
                  </a:cubicBezTo>
                  <a:cubicBezTo>
                    <a:pt x="3593126" y="1669931"/>
                    <a:pt x="4569990" y="1329448"/>
                    <a:pt x="4569990" y="909440"/>
                  </a:cubicBezTo>
                  <a:cubicBezTo>
                    <a:pt x="4569990" y="489432"/>
                    <a:pt x="3593126" y="148949"/>
                    <a:pt x="2388104" y="148949"/>
                  </a:cubicBezTo>
                  <a:close/>
                  <a:moveTo>
                    <a:pt x="2388103" y="0"/>
                  </a:moveTo>
                  <a:cubicBezTo>
                    <a:pt x="3707016" y="0"/>
                    <a:pt x="4776206" y="411424"/>
                    <a:pt x="4776206" y="918941"/>
                  </a:cubicBezTo>
                  <a:cubicBezTo>
                    <a:pt x="4776206" y="950661"/>
                    <a:pt x="4772029" y="982005"/>
                    <a:pt x="4763876" y="1012898"/>
                  </a:cubicBezTo>
                  <a:lnTo>
                    <a:pt x="4757696" y="1028481"/>
                  </a:lnTo>
                  <a:lnTo>
                    <a:pt x="4659107" y="1202441"/>
                  </a:lnTo>
                  <a:lnTo>
                    <a:pt x="3006423" y="3657627"/>
                  </a:lnTo>
                  <a:lnTo>
                    <a:pt x="3000542" y="3657627"/>
                  </a:lnTo>
                  <a:lnTo>
                    <a:pt x="2997113" y="3664350"/>
                  </a:lnTo>
                  <a:cubicBezTo>
                    <a:pt x="2939004" y="3720486"/>
                    <a:pt x="2687745" y="3762713"/>
                    <a:pt x="2386594" y="3762713"/>
                  </a:cubicBezTo>
                  <a:cubicBezTo>
                    <a:pt x="2085443" y="3762713"/>
                    <a:pt x="1834184" y="3720486"/>
                    <a:pt x="1776075" y="3664350"/>
                  </a:cubicBezTo>
                  <a:lnTo>
                    <a:pt x="1772646" y="3657627"/>
                  </a:lnTo>
                  <a:lnTo>
                    <a:pt x="1769783" y="3657627"/>
                  </a:lnTo>
                  <a:lnTo>
                    <a:pt x="117099" y="1202441"/>
                  </a:lnTo>
                  <a:lnTo>
                    <a:pt x="18511" y="1028481"/>
                  </a:lnTo>
                  <a:lnTo>
                    <a:pt x="12330" y="1012898"/>
                  </a:lnTo>
                  <a:cubicBezTo>
                    <a:pt x="4177" y="982005"/>
                    <a:pt x="0" y="950661"/>
                    <a:pt x="0" y="918941"/>
                  </a:cubicBezTo>
                  <a:cubicBezTo>
                    <a:pt x="0" y="411424"/>
                    <a:pt x="1069190" y="0"/>
                    <a:pt x="2388103" y="0"/>
                  </a:cubicBezTo>
                  <a:close/>
                </a:path>
              </a:pathLst>
            </a:custGeom>
            <a:solidFill>
              <a:srgbClr val="9AD3E9">
                <a:alpha val="40000"/>
              </a:srgb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8B52D3DC-8318-4B71-987D-5834F89E3A9A}"/>
                </a:ext>
              </a:extLst>
            </p:cNvPr>
            <p:cNvSpPr txBox="1"/>
            <p:nvPr/>
          </p:nvSpPr>
          <p:spPr>
            <a:xfrm>
              <a:off x="3402956" y="2973373"/>
              <a:ext cx="688009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chemeClr val="accent5">
                      <a:lumMod val="75000"/>
                    </a:schemeClr>
                  </a:solidFill>
                </a:rPr>
                <a:t>Filter</a:t>
              </a:r>
              <a:endParaRPr lang="th-TH" b="1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2EDCB54E-A31F-401D-B98A-7B0089A940DA}"/>
              </a:ext>
            </a:extLst>
          </p:cNvPr>
          <p:cNvSpPr txBox="1"/>
          <p:nvPr/>
        </p:nvSpPr>
        <p:spPr>
          <a:xfrm>
            <a:off x="5144699" y="2571292"/>
            <a:ext cx="96372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</a:rPr>
              <a:t>C1R02T1_A</a:t>
            </a:r>
            <a:endParaRPr lang="th-TH" sz="1100" b="1" dirty="0">
              <a:solidFill>
                <a:schemeClr val="bg1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F66AF2B-C7D9-4DF5-BD76-BC96EEEBFB18}"/>
              </a:ext>
            </a:extLst>
          </p:cNvPr>
          <p:cNvSpPr txBox="1"/>
          <p:nvPr/>
        </p:nvSpPr>
        <p:spPr>
          <a:xfrm>
            <a:off x="5144699" y="2814170"/>
            <a:ext cx="97174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</a:rPr>
              <a:t>C1R02T1_B</a:t>
            </a:r>
            <a:endParaRPr lang="th-TH" sz="1100" b="1" dirty="0">
              <a:solidFill>
                <a:schemeClr val="bg1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9771495-5BF2-4494-93BF-0E42D169708D}"/>
              </a:ext>
            </a:extLst>
          </p:cNvPr>
          <p:cNvSpPr txBox="1"/>
          <p:nvPr/>
        </p:nvSpPr>
        <p:spPr>
          <a:xfrm>
            <a:off x="5140691" y="3083361"/>
            <a:ext cx="97174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</a:rPr>
              <a:t>C1R02T1_C</a:t>
            </a:r>
            <a:endParaRPr lang="th-TH" sz="1100" b="1" dirty="0">
              <a:solidFill>
                <a:schemeClr val="bg1"/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7C4BE30-0277-4E96-A484-9F6DA48BCE6A}"/>
              </a:ext>
            </a:extLst>
          </p:cNvPr>
          <p:cNvSpPr txBox="1"/>
          <p:nvPr/>
        </p:nvSpPr>
        <p:spPr>
          <a:xfrm>
            <a:off x="5140691" y="3336381"/>
            <a:ext cx="97174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</a:rPr>
              <a:t>C1R02T1_D</a:t>
            </a:r>
            <a:endParaRPr lang="th-TH" sz="1100" b="1" dirty="0">
              <a:solidFill>
                <a:schemeClr val="bg1"/>
              </a:solidFill>
            </a:endParaRPr>
          </a:p>
        </p:txBody>
      </p:sp>
      <p:pic>
        <p:nvPicPr>
          <p:cNvPr id="71" name="Graphic 70">
            <a:extLst>
              <a:ext uri="{FF2B5EF4-FFF2-40B4-BE49-F238E27FC236}">
                <a16:creationId xmlns:a16="http://schemas.microsoft.com/office/drawing/2014/main" id="{8B9C37E6-0910-47C8-9116-9F27B3A38F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56072" y="1692031"/>
            <a:ext cx="576064" cy="576064"/>
          </a:xfrm>
          <a:prstGeom prst="rect">
            <a:avLst/>
          </a:prstGeom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AD3D6BA7-CB2C-4F8A-BE01-5A1CB221EBCE}"/>
              </a:ext>
            </a:extLst>
          </p:cNvPr>
          <p:cNvSpPr txBox="1"/>
          <p:nvPr/>
        </p:nvSpPr>
        <p:spPr>
          <a:xfrm>
            <a:off x="4935604" y="2268612"/>
            <a:ext cx="12170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Contact List</a:t>
            </a:r>
            <a:endParaRPr lang="th-TH" sz="1400" b="1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B8B06E8-D914-4ED9-86F5-42287FB59EBC}"/>
              </a:ext>
            </a:extLst>
          </p:cNvPr>
          <p:cNvSpPr txBox="1"/>
          <p:nvPr/>
        </p:nvSpPr>
        <p:spPr>
          <a:xfrm>
            <a:off x="7227324" y="2268612"/>
            <a:ext cx="8226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Service</a:t>
            </a:r>
            <a:endParaRPr lang="th-TH" sz="1400" b="1" dirty="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AF913368-D9A1-40B6-90BB-E0FA8D9A5A62}"/>
              </a:ext>
            </a:extLst>
          </p:cNvPr>
          <p:cNvSpPr/>
          <p:nvPr/>
        </p:nvSpPr>
        <p:spPr>
          <a:xfrm>
            <a:off x="6896131" y="2603249"/>
            <a:ext cx="1485048" cy="21716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701">
              <a:ea typeface="+mj-ea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5629034B-622B-497B-93B3-8F03F21B2CE2}"/>
              </a:ext>
            </a:extLst>
          </p:cNvPr>
          <p:cNvSpPr/>
          <p:nvPr/>
        </p:nvSpPr>
        <p:spPr>
          <a:xfrm>
            <a:off x="6896131" y="2849620"/>
            <a:ext cx="1485048" cy="2171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701">
              <a:ea typeface="+mj-ea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B9FD01F8-C440-429F-82D4-641DB884398D}"/>
              </a:ext>
            </a:extLst>
          </p:cNvPr>
          <p:cNvSpPr/>
          <p:nvPr/>
        </p:nvSpPr>
        <p:spPr>
          <a:xfrm>
            <a:off x="6896131" y="3118811"/>
            <a:ext cx="1485048" cy="21716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701">
              <a:ea typeface="+mj-ea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6D3718D6-93E1-4E35-A7AD-CE53ED4396A2}"/>
              </a:ext>
            </a:extLst>
          </p:cNvPr>
          <p:cNvSpPr/>
          <p:nvPr/>
        </p:nvSpPr>
        <p:spPr>
          <a:xfrm>
            <a:off x="6896131" y="3366306"/>
            <a:ext cx="1485048" cy="21716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701">
              <a:ea typeface="+mj-ea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B97B2E1-78E6-49EE-A290-306148DC6786}"/>
              </a:ext>
            </a:extLst>
          </p:cNvPr>
          <p:cNvSpPr txBox="1"/>
          <p:nvPr/>
        </p:nvSpPr>
        <p:spPr>
          <a:xfrm>
            <a:off x="6925158" y="2583956"/>
            <a:ext cx="14269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>
                <a:solidFill>
                  <a:schemeClr val="bg1"/>
                </a:solidFill>
              </a:rPr>
              <a:t>ALM_C1R02T1_S1</a:t>
            </a:r>
            <a:endParaRPr lang="en-US" sz="1100" b="1" dirty="0">
              <a:solidFill>
                <a:schemeClr val="bg1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09925E0-21CA-409D-B772-FC8ED2807C29}"/>
              </a:ext>
            </a:extLst>
          </p:cNvPr>
          <p:cNvSpPr txBox="1"/>
          <p:nvPr/>
        </p:nvSpPr>
        <p:spPr>
          <a:xfrm>
            <a:off x="6912400" y="2834978"/>
            <a:ext cx="14269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>
                <a:solidFill>
                  <a:schemeClr val="bg1"/>
                </a:solidFill>
              </a:rPr>
              <a:t>ALM_C1R02T1_S2</a:t>
            </a:r>
            <a:endParaRPr lang="en-US" sz="1100" b="1" dirty="0">
              <a:solidFill>
                <a:schemeClr val="bg1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17088BE-D40B-41E4-B0A6-BCC282A70239}"/>
              </a:ext>
            </a:extLst>
          </p:cNvPr>
          <p:cNvSpPr txBox="1"/>
          <p:nvPr/>
        </p:nvSpPr>
        <p:spPr>
          <a:xfrm>
            <a:off x="6902105" y="3103204"/>
            <a:ext cx="14269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>
                <a:solidFill>
                  <a:schemeClr val="bg1"/>
                </a:solidFill>
              </a:rPr>
              <a:t>ALM_C1R02T1_S3</a:t>
            </a:r>
            <a:endParaRPr lang="en-US" sz="1100" b="1" dirty="0">
              <a:solidFill>
                <a:schemeClr val="bg1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03BA6AC-93F4-4BE0-BD00-34EFDEAF8257}"/>
              </a:ext>
            </a:extLst>
          </p:cNvPr>
          <p:cNvSpPr txBox="1"/>
          <p:nvPr/>
        </p:nvSpPr>
        <p:spPr>
          <a:xfrm>
            <a:off x="6912400" y="3351582"/>
            <a:ext cx="14269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>
                <a:solidFill>
                  <a:schemeClr val="bg1"/>
                </a:solidFill>
              </a:rPr>
              <a:t>ALM_C1R02T1_S4</a:t>
            </a:r>
            <a:endParaRPr lang="en-US" sz="1100" b="1" dirty="0">
              <a:solidFill>
                <a:schemeClr val="bg1"/>
              </a:solidFill>
            </a:endParaRPr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4A0480A6-83D0-4407-899C-F55A92E28AC6}"/>
              </a:ext>
            </a:extLst>
          </p:cNvPr>
          <p:cNvGrpSpPr/>
          <p:nvPr/>
        </p:nvGrpSpPr>
        <p:grpSpPr>
          <a:xfrm flipH="1">
            <a:off x="6370623" y="2585669"/>
            <a:ext cx="442800" cy="980221"/>
            <a:chOff x="4443707" y="2590022"/>
            <a:chExt cx="440866" cy="980221"/>
          </a:xfrm>
        </p:grpSpPr>
        <p:sp>
          <p:nvSpPr>
            <p:cNvPr id="103" name="Isosceles Triangle 26">
              <a:extLst>
                <a:ext uri="{FF2B5EF4-FFF2-40B4-BE49-F238E27FC236}">
                  <a16:creationId xmlns:a16="http://schemas.microsoft.com/office/drawing/2014/main" id="{A8F2B2AE-DBD9-4125-8FF1-92AAED029B16}"/>
                </a:ext>
              </a:extLst>
            </p:cNvPr>
            <p:cNvSpPr/>
            <p:nvPr/>
          </p:nvSpPr>
          <p:spPr>
            <a:xfrm rot="16200000">
              <a:off x="4430943" y="2606025"/>
              <a:ext cx="469632" cy="437626"/>
            </a:xfrm>
            <a:custGeom>
              <a:avLst/>
              <a:gdLst>
                <a:gd name="connsiteX0" fmla="*/ 0 w 1008000"/>
                <a:gd name="connsiteY0" fmla="*/ 1096600 h 1096600"/>
                <a:gd name="connsiteX1" fmla="*/ 131856 w 1008000"/>
                <a:gd name="connsiteY1" fmla="*/ 0 h 1096600"/>
                <a:gd name="connsiteX2" fmla="*/ 1008000 w 1008000"/>
                <a:gd name="connsiteY2" fmla="*/ 1096600 h 1096600"/>
                <a:gd name="connsiteX3" fmla="*/ 0 w 1008000"/>
                <a:gd name="connsiteY3" fmla="*/ 1096600 h 1096600"/>
                <a:gd name="connsiteX0" fmla="*/ 1197213 w 2205213"/>
                <a:gd name="connsiteY0" fmla="*/ 1064702 h 1064702"/>
                <a:gd name="connsiteX1" fmla="*/ 0 w 2205213"/>
                <a:gd name="connsiteY1" fmla="*/ 0 h 1064702"/>
                <a:gd name="connsiteX2" fmla="*/ 2205213 w 2205213"/>
                <a:gd name="connsiteY2" fmla="*/ 1064702 h 1064702"/>
                <a:gd name="connsiteX3" fmla="*/ 1197213 w 2205213"/>
                <a:gd name="connsiteY3" fmla="*/ 1064702 h 1064702"/>
                <a:gd name="connsiteX0" fmla="*/ 1180481 w 2188481"/>
                <a:gd name="connsiteY0" fmla="*/ 1064702 h 1064702"/>
                <a:gd name="connsiteX1" fmla="*/ 0 w 2188481"/>
                <a:gd name="connsiteY1" fmla="*/ 0 h 1064702"/>
                <a:gd name="connsiteX2" fmla="*/ 2188481 w 2188481"/>
                <a:gd name="connsiteY2" fmla="*/ 1064702 h 1064702"/>
                <a:gd name="connsiteX3" fmla="*/ 1180481 w 2188481"/>
                <a:gd name="connsiteY3" fmla="*/ 1064702 h 1064702"/>
                <a:gd name="connsiteX0" fmla="*/ 1172115 w 2180115"/>
                <a:gd name="connsiteY0" fmla="*/ 1067431 h 1067431"/>
                <a:gd name="connsiteX1" fmla="*/ 0 w 2180115"/>
                <a:gd name="connsiteY1" fmla="*/ 0 h 1067431"/>
                <a:gd name="connsiteX2" fmla="*/ 2180115 w 2180115"/>
                <a:gd name="connsiteY2" fmla="*/ 1067431 h 1067431"/>
                <a:gd name="connsiteX3" fmla="*/ 1172115 w 2180115"/>
                <a:gd name="connsiteY3" fmla="*/ 1067431 h 1067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0115" h="1067431">
                  <a:moveTo>
                    <a:pt x="1172115" y="1067431"/>
                  </a:moveTo>
                  <a:lnTo>
                    <a:pt x="0" y="0"/>
                  </a:lnTo>
                  <a:lnTo>
                    <a:pt x="2180115" y="1067431"/>
                  </a:lnTo>
                  <a:lnTo>
                    <a:pt x="1172115" y="1067431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80000"/>
                  </a:schemeClr>
                </a:gs>
                <a:gs pos="100000">
                  <a:schemeClr val="accent1">
                    <a:lumMod val="8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2701">
                <a:ea typeface="+mj-ea"/>
              </a:endParaRPr>
            </a:p>
          </p:txBody>
        </p:sp>
        <p:sp>
          <p:nvSpPr>
            <p:cNvPr id="104" name="Isosceles Triangle 48">
              <a:extLst>
                <a:ext uri="{FF2B5EF4-FFF2-40B4-BE49-F238E27FC236}">
                  <a16:creationId xmlns:a16="http://schemas.microsoft.com/office/drawing/2014/main" id="{ADE98A3F-F97C-4E89-971E-40CB8DE8151F}"/>
                </a:ext>
              </a:extLst>
            </p:cNvPr>
            <p:cNvSpPr/>
            <p:nvPr/>
          </p:nvSpPr>
          <p:spPr>
            <a:xfrm rot="16200000">
              <a:off x="4548388" y="2739595"/>
              <a:ext cx="231504" cy="440865"/>
            </a:xfrm>
            <a:custGeom>
              <a:avLst/>
              <a:gdLst>
                <a:gd name="connsiteX0" fmla="*/ 0 w 1008000"/>
                <a:gd name="connsiteY0" fmla="*/ 1096600 h 1096600"/>
                <a:gd name="connsiteX1" fmla="*/ 131856 w 1008000"/>
                <a:gd name="connsiteY1" fmla="*/ 0 h 1096600"/>
                <a:gd name="connsiteX2" fmla="*/ 1008000 w 1008000"/>
                <a:gd name="connsiteY2" fmla="*/ 1096600 h 1096600"/>
                <a:gd name="connsiteX3" fmla="*/ 0 w 1008000"/>
                <a:gd name="connsiteY3" fmla="*/ 1096600 h 1096600"/>
                <a:gd name="connsiteX0" fmla="*/ 112693 w 1120693"/>
                <a:gd name="connsiteY0" fmla="*/ 1075334 h 1075334"/>
                <a:gd name="connsiteX1" fmla="*/ 0 w 1120693"/>
                <a:gd name="connsiteY1" fmla="*/ 0 h 1075334"/>
                <a:gd name="connsiteX2" fmla="*/ 1120693 w 1120693"/>
                <a:gd name="connsiteY2" fmla="*/ 1075334 h 1075334"/>
                <a:gd name="connsiteX3" fmla="*/ 112693 w 1120693"/>
                <a:gd name="connsiteY3" fmla="*/ 1075334 h 1075334"/>
                <a:gd name="connsiteX0" fmla="*/ 83413 w 1091413"/>
                <a:gd name="connsiteY0" fmla="*/ 1072603 h 1072603"/>
                <a:gd name="connsiteX1" fmla="*/ 0 w 1091413"/>
                <a:gd name="connsiteY1" fmla="*/ 0 h 1072603"/>
                <a:gd name="connsiteX2" fmla="*/ 1091413 w 1091413"/>
                <a:gd name="connsiteY2" fmla="*/ 1072603 h 1072603"/>
                <a:gd name="connsiteX3" fmla="*/ 83413 w 1091413"/>
                <a:gd name="connsiteY3" fmla="*/ 1072603 h 1072603"/>
                <a:gd name="connsiteX0" fmla="*/ 79231 w 1087231"/>
                <a:gd name="connsiteY0" fmla="*/ 1069873 h 1069873"/>
                <a:gd name="connsiteX1" fmla="*/ 0 w 1087231"/>
                <a:gd name="connsiteY1" fmla="*/ 0 h 1069873"/>
                <a:gd name="connsiteX2" fmla="*/ 1087231 w 1087231"/>
                <a:gd name="connsiteY2" fmla="*/ 1069873 h 1069873"/>
                <a:gd name="connsiteX3" fmla="*/ 79231 w 1087231"/>
                <a:gd name="connsiteY3" fmla="*/ 1069873 h 1069873"/>
                <a:gd name="connsiteX0" fmla="*/ 62499 w 1070499"/>
                <a:gd name="connsiteY0" fmla="*/ 1075334 h 1075334"/>
                <a:gd name="connsiteX1" fmla="*/ 0 w 1070499"/>
                <a:gd name="connsiteY1" fmla="*/ 0 h 1075334"/>
                <a:gd name="connsiteX2" fmla="*/ 1070499 w 1070499"/>
                <a:gd name="connsiteY2" fmla="*/ 1075334 h 1075334"/>
                <a:gd name="connsiteX3" fmla="*/ 62499 w 1070499"/>
                <a:gd name="connsiteY3" fmla="*/ 1075334 h 1075334"/>
                <a:gd name="connsiteX0" fmla="*/ 66683 w 1074683"/>
                <a:gd name="connsiteY0" fmla="*/ 1075332 h 1075332"/>
                <a:gd name="connsiteX1" fmla="*/ 0 w 1074683"/>
                <a:gd name="connsiteY1" fmla="*/ 0 h 1075332"/>
                <a:gd name="connsiteX2" fmla="*/ 1074683 w 1074683"/>
                <a:gd name="connsiteY2" fmla="*/ 1075332 h 1075332"/>
                <a:gd name="connsiteX3" fmla="*/ 66683 w 1074683"/>
                <a:gd name="connsiteY3" fmla="*/ 1075332 h 1075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4683" h="1075332">
                  <a:moveTo>
                    <a:pt x="66683" y="1075332"/>
                  </a:moveTo>
                  <a:lnTo>
                    <a:pt x="0" y="0"/>
                  </a:lnTo>
                  <a:lnTo>
                    <a:pt x="1074683" y="1075332"/>
                  </a:lnTo>
                  <a:lnTo>
                    <a:pt x="66683" y="1075332"/>
                  </a:lnTo>
                  <a:close/>
                </a:path>
              </a:pathLst>
            </a:custGeom>
            <a:gradFill>
              <a:gsLst>
                <a:gs pos="0">
                  <a:schemeClr val="accent2">
                    <a:lumMod val="80000"/>
                  </a:schemeClr>
                </a:gs>
                <a:gs pos="100000">
                  <a:schemeClr val="accent2">
                    <a:lumMod val="8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2701">
                <a:ea typeface="+mj-ea"/>
              </a:endParaRPr>
            </a:p>
          </p:txBody>
        </p:sp>
        <p:sp>
          <p:nvSpPr>
            <p:cNvPr id="105" name="Isosceles Triangle 49">
              <a:extLst>
                <a:ext uri="{FF2B5EF4-FFF2-40B4-BE49-F238E27FC236}">
                  <a16:creationId xmlns:a16="http://schemas.microsoft.com/office/drawing/2014/main" id="{930A7499-ED9A-4389-B743-1567B0F9657D}"/>
                </a:ext>
              </a:extLst>
            </p:cNvPr>
            <p:cNvSpPr/>
            <p:nvPr/>
          </p:nvSpPr>
          <p:spPr>
            <a:xfrm rot="16200000">
              <a:off x="4549049" y="2980171"/>
              <a:ext cx="230300" cy="440746"/>
            </a:xfrm>
            <a:custGeom>
              <a:avLst/>
              <a:gdLst>
                <a:gd name="connsiteX0" fmla="*/ 0 w 1008000"/>
                <a:gd name="connsiteY0" fmla="*/ 1096600 h 1096600"/>
                <a:gd name="connsiteX1" fmla="*/ 131856 w 1008000"/>
                <a:gd name="connsiteY1" fmla="*/ 0 h 1096600"/>
                <a:gd name="connsiteX2" fmla="*/ 1008000 w 1008000"/>
                <a:gd name="connsiteY2" fmla="*/ 1096600 h 1096600"/>
                <a:gd name="connsiteX3" fmla="*/ 0 w 1008000"/>
                <a:gd name="connsiteY3" fmla="*/ 1096600 h 1096600"/>
                <a:gd name="connsiteX0" fmla="*/ 0 w 1035624"/>
                <a:gd name="connsiteY0" fmla="*/ 1085967 h 1085967"/>
                <a:gd name="connsiteX1" fmla="*/ 1035624 w 1035624"/>
                <a:gd name="connsiteY1" fmla="*/ 0 h 1085967"/>
                <a:gd name="connsiteX2" fmla="*/ 1008000 w 1035624"/>
                <a:gd name="connsiteY2" fmla="*/ 1085967 h 1085967"/>
                <a:gd name="connsiteX3" fmla="*/ 0 w 1035624"/>
                <a:gd name="connsiteY3" fmla="*/ 1085967 h 1085967"/>
                <a:gd name="connsiteX0" fmla="*/ 0 w 1060722"/>
                <a:gd name="connsiteY0" fmla="*/ 1075043 h 1075043"/>
                <a:gd name="connsiteX1" fmla="*/ 1060722 w 1060722"/>
                <a:gd name="connsiteY1" fmla="*/ 0 h 1075043"/>
                <a:gd name="connsiteX2" fmla="*/ 1008000 w 1060722"/>
                <a:gd name="connsiteY2" fmla="*/ 1075043 h 1075043"/>
                <a:gd name="connsiteX3" fmla="*/ 0 w 1060722"/>
                <a:gd name="connsiteY3" fmla="*/ 1075043 h 1075043"/>
                <a:gd name="connsiteX0" fmla="*/ 0 w 1069087"/>
                <a:gd name="connsiteY0" fmla="*/ 1075043 h 1075043"/>
                <a:gd name="connsiteX1" fmla="*/ 1069087 w 1069087"/>
                <a:gd name="connsiteY1" fmla="*/ 0 h 1075043"/>
                <a:gd name="connsiteX2" fmla="*/ 1008000 w 1069087"/>
                <a:gd name="connsiteY2" fmla="*/ 1075043 h 1075043"/>
                <a:gd name="connsiteX3" fmla="*/ 0 w 1069087"/>
                <a:gd name="connsiteY3" fmla="*/ 1075043 h 1075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69087" h="1075043">
                  <a:moveTo>
                    <a:pt x="0" y="1075043"/>
                  </a:moveTo>
                  <a:lnTo>
                    <a:pt x="1069087" y="0"/>
                  </a:lnTo>
                  <a:lnTo>
                    <a:pt x="1008000" y="1075043"/>
                  </a:lnTo>
                  <a:lnTo>
                    <a:pt x="0" y="1075043"/>
                  </a:lnTo>
                  <a:close/>
                </a:path>
              </a:pathLst>
            </a:custGeom>
            <a:gradFill>
              <a:gsLst>
                <a:gs pos="0">
                  <a:schemeClr val="accent3">
                    <a:lumMod val="80000"/>
                  </a:schemeClr>
                </a:gs>
                <a:gs pos="100000">
                  <a:schemeClr val="accent3">
                    <a:lumMod val="8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2701" dirty="0">
                <a:ea typeface="+mj-ea"/>
              </a:endParaRPr>
            </a:p>
          </p:txBody>
        </p:sp>
        <p:sp>
          <p:nvSpPr>
            <p:cNvPr id="106" name="Isosceles Triangle 50">
              <a:extLst>
                <a:ext uri="{FF2B5EF4-FFF2-40B4-BE49-F238E27FC236}">
                  <a16:creationId xmlns:a16="http://schemas.microsoft.com/office/drawing/2014/main" id="{7141D3F6-AABD-4BB7-853E-81388BF36D89}"/>
                </a:ext>
              </a:extLst>
            </p:cNvPr>
            <p:cNvSpPr/>
            <p:nvPr/>
          </p:nvSpPr>
          <p:spPr>
            <a:xfrm rot="16200000">
              <a:off x="4432741" y="3118412"/>
              <a:ext cx="467039" cy="436624"/>
            </a:xfrm>
            <a:custGeom>
              <a:avLst/>
              <a:gdLst>
                <a:gd name="connsiteX0" fmla="*/ 0 w 1008000"/>
                <a:gd name="connsiteY0" fmla="*/ 1096600 h 1096600"/>
                <a:gd name="connsiteX1" fmla="*/ 131856 w 1008000"/>
                <a:gd name="connsiteY1" fmla="*/ 0 h 1096600"/>
                <a:gd name="connsiteX2" fmla="*/ 1008000 w 1008000"/>
                <a:gd name="connsiteY2" fmla="*/ 1096600 h 1096600"/>
                <a:gd name="connsiteX3" fmla="*/ 0 w 1008000"/>
                <a:gd name="connsiteY3" fmla="*/ 1096600 h 1096600"/>
                <a:gd name="connsiteX0" fmla="*/ 0 w 2109512"/>
                <a:gd name="connsiteY0" fmla="*/ 1054069 h 1054069"/>
                <a:gd name="connsiteX1" fmla="*/ 2109512 w 2109512"/>
                <a:gd name="connsiteY1" fmla="*/ 0 h 1054069"/>
                <a:gd name="connsiteX2" fmla="*/ 1008000 w 2109512"/>
                <a:gd name="connsiteY2" fmla="*/ 1054069 h 1054069"/>
                <a:gd name="connsiteX3" fmla="*/ 0 w 2109512"/>
                <a:gd name="connsiteY3" fmla="*/ 1054069 h 1054069"/>
                <a:gd name="connsiteX0" fmla="*/ 0 w 2172255"/>
                <a:gd name="connsiteY0" fmla="*/ 1064989 h 1064989"/>
                <a:gd name="connsiteX1" fmla="*/ 2172255 w 2172255"/>
                <a:gd name="connsiteY1" fmla="*/ 0 h 1064989"/>
                <a:gd name="connsiteX2" fmla="*/ 1008000 w 2172255"/>
                <a:gd name="connsiteY2" fmla="*/ 1064989 h 1064989"/>
                <a:gd name="connsiteX3" fmla="*/ 0 w 2172255"/>
                <a:gd name="connsiteY3" fmla="*/ 1064989 h 1064989"/>
                <a:gd name="connsiteX0" fmla="*/ 0 w 2168072"/>
                <a:gd name="connsiteY0" fmla="*/ 1064989 h 1064989"/>
                <a:gd name="connsiteX1" fmla="*/ 2168072 w 2168072"/>
                <a:gd name="connsiteY1" fmla="*/ 0 h 1064989"/>
                <a:gd name="connsiteX2" fmla="*/ 1008000 w 2168072"/>
                <a:gd name="connsiteY2" fmla="*/ 1064989 h 1064989"/>
                <a:gd name="connsiteX3" fmla="*/ 0 w 2168072"/>
                <a:gd name="connsiteY3" fmla="*/ 1064989 h 1064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68072" h="1064989">
                  <a:moveTo>
                    <a:pt x="0" y="1064989"/>
                  </a:moveTo>
                  <a:lnTo>
                    <a:pt x="2168072" y="0"/>
                  </a:lnTo>
                  <a:lnTo>
                    <a:pt x="1008000" y="1064989"/>
                  </a:lnTo>
                  <a:lnTo>
                    <a:pt x="0" y="1064989"/>
                  </a:lnTo>
                  <a:close/>
                </a:path>
              </a:pathLst>
            </a:custGeom>
            <a:gradFill>
              <a:gsLst>
                <a:gs pos="0">
                  <a:schemeClr val="accent4">
                    <a:lumMod val="80000"/>
                  </a:schemeClr>
                </a:gs>
                <a:gs pos="100000">
                  <a:schemeClr val="accent4">
                    <a:lumMod val="8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2701" dirty="0">
                <a:ea typeface="+mj-ea"/>
              </a:endParaRPr>
            </a:p>
          </p:txBody>
        </p:sp>
      </p:grpSp>
      <p:pic>
        <p:nvPicPr>
          <p:cNvPr id="108" name="Graphic 107">
            <a:extLst>
              <a:ext uri="{FF2B5EF4-FFF2-40B4-BE49-F238E27FC236}">
                <a16:creationId xmlns:a16="http://schemas.microsoft.com/office/drawing/2014/main" id="{BE88D4C9-55B4-4F57-8619-94976CE5E88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72889" y="1721347"/>
            <a:ext cx="446894" cy="446894"/>
          </a:xfrm>
          <a:prstGeom prst="rect">
            <a:avLst/>
          </a:prstGeom>
        </p:spPr>
      </p:pic>
      <p:sp>
        <p:nvSpPr>
          <p:cNvPr id="111" name="Oval 110">
            <a:extLst>
              <a:ext uri="{FF2B5EF4-FFF2-40B4-BE49-F238E27FC236}">
                <a16:creationId xmlns:a16="http://schemas.microsoft.com/office/drawing/2014/main" id="{9479A2E6-730A-49D5-98DA-082BEF7F5CA3}"/>
              </a:ext>
            </a:extLst>
          </p:cNvPr>
          <p:cNvSpPr/>
          <p:nvPr/>
        </p:nvSpPr>
        <p:spPr>
          <a:xfrm>
            <a:off x="5626561" y="3723878"/>
            <a:ext cx="113287" cy="113287"/>
          </a:xfrm>
          <a:prstGeom prst="ellipse">
            <a:avLst/>
          </a:prstGeom>
          <a:solidFill>
            <a:srgbClr val="9AD3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B5088CC2-C421-4104-931A-87DAE96ED407}"/>
              </a:ext>
            </a:extLst>
          </p:cNvPr>
          <p:cNvSpPr/>
          <p:nvPr/>
        </p:nvSpPr>
        <p:spPr>
          <a:xfrm>
            <a:off x="5629184" y="3940020"/>
            <a:ext cx="113287" cy="113287"/>
          </a:xfrm>
          <a:prstGeom prst="ellipse">
            <a:avLst/>
          </a:prstGeom>
          <a:solidFill>
            <a:srgbClr val="9AD3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AA0C5255-83F3-4166-BF08-86E54A4D080A}"/>
              </a:ext>
            </a:extLst>
          </p:cNvPr>
          <p:cNvSpPr/>
          <p:nvPr/>
        </p:nvSpPr>
        <p:spPr>
          <a:xfrm>
            <a:off x="5626560" y="4162536"/>
            <a:ext cx="113287" cy="113287"/>
          </a:xfrm>
          <a:prstGeom prst="ellipse">
            <a:avLst/>
          </a:prstGeom>
          <a:solidFill>
            <a:srgbClr val="9AD3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1517492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6AEE4F6-5F6D-4988-B47A-042FAA9997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Filter Management</a:t>
            </a:r>
            <a:endParaRPr lang="th-TH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5C9E5C7-8C62-421C-8174-0EA5B242E093}"/>
              </a:ext>
            </a:extLst>
          </p:cNvPr>
          <p:cNvGrpSpPr/>
          <p:nvPr/>
        </p:nvGrpSpPr>
        <p:grpSpPr>
          <a:xfrm>
            <a:off x="1403648" y="987574"/>
            <a:ext cx="6552728" cy="2618306"/>
            <a:chOff x="1043608" y="1131590"/>
            <a:chExt cx="7208459" cy="2880320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4A79A778-0B7D-447E-AF96-FEB00720CE88}"/>
                </a:ext>
              </a:extLst>
            </p:cNvPr>
            <p:cNvGrpSpPr/>
            <p:nvPr/>
          </p:nvGrpSpPr>
          <p:grpSpPr>
            <a:xfrm>
              <a:off x="1043608" y="1131590"/>
              <a:ext cx="7208459" cy="2880320"/>
              <a:chOff x="-378243" y="858493"/>
              <a:chExt cx="10670104" cy="4263507"/>
            </a:xfrm>
          </p:grpSpPr>
          <p:sp>
            <p:nvSpPr>
              <p:cNvPr id="4" name="Up Arrow 3">
                <a:extLst>
                  <a:ext uri="{FF2B5EF4-FFF2-40B4-BE49-F238E27FC236}">
                    <a16:creationId xmlns:a16="http://schemas.microsoft.com/office/drawing/2014/main" id="{B4B33167-DECF-4558-91FD-4C0AF3AD90D9}"/>
                  </a:ext>
                </a:extLst>
              </p:cNvPr>
              <p:cNvSpPr/>
              <p:nvPr/>
            </p:nvSpPr>
            <p:spPr>
              <a:xfrm rot="10800000">
                <a:off x="4530929" y="3598710"/>
                <a:ext cx="851759" cy="1523290"/>
              </a:xfrm>
              <a:prstGeom prst="upArrow">
                <a:avLst/>
              </a:prstGeom>
              <a:solidFill>
                <a:schemeClr val="accent2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23DFD361-BBDF-40D3-8CE9-2C63D4053E37}"/>
                  </a:ext>
                </a:extLst>
              </p:cNvPr>
              <p:cNvGrpSpPr/>
              <p:nvPr/>
            </p:nvGrpSpPr>
            <p:grpSpPr>
              <a:xfrm>
                <a:off x="2771800" y="858493"/>
                <a:ext cx="4396146" cy="3463296"/>
                <a:chOff x="1806022" y="2656735"/>
                <a:chExt cx="3988343" cy="3142032"/>
              </a:xfrm>
            </p:grpSpPr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F7BE2BDD-B3F7-49B2-9E24-B47D4F716FEC}"/>
                    </a:ext>
                  </a:extLst>
                </p:cNvPr>
                <p:cNvSpPr/>
                <p:nvPr/>
              </p:nvSpPr>
              <p:spPr>
                <a:xfrm>
                  <a:off x="1978223" y="2781114"/>
                  <a:ext cx="3643942" cy="1270086"/>
                </a:xfrm>
                <a:prstGeom prst="ellipse">
                  <a:avLst/>
                </a:prstGeom>
                <a:solidFill>
                  <a:schemeClr val="bg1">
                    <a:lumMod val="65000"/>
                    <a:alpha val="40000"/>
                  </a:schemeClr>
                </a:solidFill>
                <a:ln>
                  <a:solidFill>
                    <a:schemeClr val="accent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" name="Freeform: Shape 6">
                  <a:extLst>
                    <a:ext uri="{FF2B5EF4-FFF2-40B4-BE49-F238E27FC236}">
                      <a16:creationId xmlns:a16="http://schemas.microsoft.com/office/drawing/2014/main" id="{83428347-7A8C-41FC-A9B6-0768D0EBFE7E}"/>
                    </a:ext>
                  </a:extLst>
                </p:cNvPr>
                <p:cNvSpPr/>
                <p:nvPr/>
              </p:nvSpPr>
              <p:spPr>
                <a:xfrm>
                  <a:off x="1806022" y="2656735"/>
                  <a:ext cx="3988343" cy="3142032"/>
                </a:xfrm>
                <a:custGeom>
                  <a:avLst/>
                  <a:gdLst>
                    <a:gd name="connsiteX0" fmla="*/ 2388104 w 4776206"/>
                    <a:gd name="connsiteY0" fmla="*/ 148949 h 3762713"/>
                    <a:gd name="connsiteX1" fmla="*/ 206218 w 4776206"/>
                    <a:gd name="connsiteY1" fmla="*/ 909440 h 3762713"/>
                    <a:gd name="connsiteX2" fmla="*/ 2388104 w 4776206"/>
                    <a:gd name="connsiteY2" fmla="*/ 1669931 h 3762713"/>
                    <a:gd name="connsiteX3" fmla="*/ 4569990 w 4776206"/>
                    <a:gd name="connsiteY3" fmla="*/ 909440 h 3762713"/>
                    <a:gd name="connsiteX4" fmla="*/ 2388104 w 4776206"/>
                    <a:gd name="connsiteY4" fmla="*/ 148949 h 3762713"/>
                    <a:gd name="connsiteX5" fmla="*/ 2388103 w 4776206"/>
                    <a:gd name="connsiteY5" fmla="*/ 0 h 3762713"/>
                    <a:gd name="connsiteX6" fmla="*/ 4776206 w 4776206"/>
                    <a:gd name="connsiteY6" fmla="*/ 918941 h 3762713"/>
                    <a:gd name="connsiteX7" fmla="*/ 4763876 w 4776206"/>
                    <a:gd name="connsiteY7" fmla="*/ 1012898 h 3762713"/>
                    <a:gd name="connsiteX8" fmla="*/ 4757696 w 4776206"/>
                    <a:gd name="connsiteY8" fmla="*/ 1028481 h 3762713"/>
                    <a:gd name="connsiteX9" fmla="*/ 4659107 w 4776206"/>
                    <a:gd name="connsiteY9" fmla="*/ 1202441 h 3762713"/>
                    <a:gd name="connsiteX10" fmla="*/ 3006423 w 4776206"/>
                    <a:gd name="connsiteY10" fmla="*/ 3657627 h 3762713"/>
                    <a:gd name="connsiteX11" fmla="*/ 3000542 w 4776206"/>
                    <a:gd name="connsiteY11" fmla="*/ 3657627 h 3762713"/>
                    <a:gd name="connsiteX12" fmla="*/ 2997113 w 4776206"/>
                    <a:gd name="connsiteY12" fmla="*/ 3664350 h 3762713"/>
                    <a:gd name="connsiteX13" fmla="*/ 2386594 w 4776206"/>
                    <a:gd name="connsiteY13" fmla="*/ 3762713 h 3762713"/>
                    <a:gd name="connsiteX14" fmla="*/ 1776075 w 4776206"/>
                    <a:gd name="connsiteY14" fmla="*/ 3664350 h 3762713"/>
                    <a:gd name="connsiteX15" fmla="*/ 1772646 w 4776206"/>
                    <a:gd name="connsiteY15" fmla="*/ 3657627 h 3762713"/>
                    <a:gd name="connsiteX16" fmla="*/ 1769783 w 4776206"/>
                    <a:gd name="connsiteY16" fmla="*/ 3657627 h 3762713"/>
                    <a:gd name="connsiteX17" fmla="*/ 117099 w 4776206"/>
                    <a:gd name="connsiteY17" fmla="*/ 1202441 h 3762713"/>
                    <a:gd name="connsiteX18" fmla="*/ 18511 w 4776206"/>
                    <a:gd name="connsiteY18" fmla="*/ 1028481 h 3762713"/>
                    <a:gd name="connsiteX19" fmla="*/ 12330 w 4776206"/>
                    <a:gd name="connsiteY19" fmla="*/ 1012898 h 3762713"/>
                    <a:gd name="connsiteX20" fmla="*/ 0 w 4776206"/>
                    <a:gd name="connsiteY20" fmla="*/ 918941 h 3762713"/>
                    <a:gd name="connsiteX21" fmla="*/ 2388103 w 4776206"/>
                    <a:gd name="connsiteY21" fmla="*/ 0 h 37627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4776206" h="3762713">
                      <a:moveTo>
                        <a:pt x="2388104" y="148949"/>
                      </a:moveTo>
                      <a:cubicBezTo>
                        <a:pt x="1183082" y="148949"/>
                        <a:pt x="206218" y="489432"/>
                        <a:pt x="206218" y="909440"/>
                      </a:cubicBezTo>
                      <a:cubicBezTo>
                        <a:pt x="206218" y="1329448"/>
                        <a:pt x="1183082" y="1669931"/>
                        <a:pt x="2388104" y="1669931"/>
                      </a:cubicBezTo>
                      <a:cubicBezTo>
                        <a:pt x="3593126" y="1669931"/>
                        <a:pt x="4569990" y="1329448"/>
                        <a:pt x="4569990" y="909440"/>
                      </a:cubicBezTo>
                      <a:cubicBezTo>
                        <a:pt x="4569990" y="489432"/>
                        <a:pt x="3593126" y="148949"/>
                        <a:pt x="2388104" y="148949"/>
                      </a:cubicBezTo>
                      <a:close/>
                      <a:moveTo>
                        <a:pt x="2388103" y="0"/>
                      </a:moveTo>
                      <a:cubicBezTo>
                        <a:pt x="3707016" y="0"/>
                        <a:pt x="4776206" y="411424"/>
                        <a:pt x="4776206" y="918941"/>
                      </a:cubicBezTo>
                      <a:cubicBezTo>
                        <a:pt x="4776206" y="950661"/>
                        <a:pt x="4772029" y="982005"/>
                        <a:pt x="4763876" y="1012898"/>
                      </a:cubicBezTo>
                      <a:lnTo>
                        <a:pt x="4757696" y="1028481"/>
                      </a:lnTo>
                      <a:lnTo>
                        <a:pt x="4659107" y="1202441"/>
                      </a:lnTo>
                      <a:lnTo>
                        <a:pt x="3006423" y="3657627"/>
                      </a:lnTo>
                      <a:lnTo>
                        <a:pt x="3000542" y="3657627"/>
                      </a:lnTo>
                      <a:lnTo>
                        <a:pt x="2997113" y="3664350"/>
                      </a:lnTo>
                      <a:cubicBezTo>
                        <a:pt x="2939004" y="3720486"/>
                        <a:pt x="2687745" y="3762713"/>
                        <a:pt x="2386594" y="3762713"/>
                      </a:cubicBezTo>
                      <a:cubicBezTo>
                        <a:pt x="2085443" y="3762713"/>
                        <a:pt x="1834184" y="3720486"/>
                        <a:pt x="1776075" y="3664350"/>
                      </a:cubicBezTo>
                      <a:lnTo>
                        <a:pt x="1772646" y="3657627"/>
                      </a:lnTo>
                      <a:lnTo>
                        <a:pt x="1769783" y="3657627"/>
                      </a:lnTo>
                      <a:lnTo>
                        <a:pt x="117099" y="1202441"/>
                      </a:lnTo>
                      <a:lnTo>
                        <a:pt x="18511" y="1028481"/>
                      </a:lnTo>
                      <a:lnTo>
                        <a:pt x="12330" y="1012898"/>
                      </a:lnTo>
                      <a:cubicBezTo>
                        <a:pt x="4177" y="982005"/>
                        <a:pt x="0" y="950661"/>
                        <a:pt x="0" y="918941"/>
                      </a:cubicBezTo>
                      <a:cubicBezTo>
                        <a:pt x="0" y="411424"/>
                        <a:pt x="1069190" y="0"/>
                        <a:pt x="2388103" y="0"/>
                      </a:cubicBezTo>
                      <a:close/>
                    </a:path>
                  </a:pathLst>
                </a:custGeom>
                <a:solidFill>
                  <a:schemeClr val="bg1">
                    <a:alpha val="40000"/>
                  </a:schemeClr>
                </a:solidFill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4E3822B5-9C29-4D00-A954-80D8464045D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318054" y="1453844"/>
                <a:ext cx="731520" cy="73152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5D5B99CF-D58F-4A37-82B0-6CC8AF4B81F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955006" y="2430226"/>
                <a:ext cx="731520" cy="73152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FA7F01C2-DF1C-48DB-BB1B-8A215698EBB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234937" y="2430226"/>
                <a:ext cx="731520" cy="73152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677382C1-7259-46BF-9BBF-A0CDF1E6FF3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77916" y="1465849"/>
                <a:ext cx="731520" cy="73152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ounded Rectangle 5">
                <a:extLst>
                  <a:ext uri="{FF2B5EF4-FFF2-40B4-BE49-F238E27FC236}">
                    <a16:creationId xmlns:a16="http://schemas.microsoft.com/office/drawing/2014/main" id="{D78C2C30-4C78-44CF-A94F-6585B1D95ACC}"/>
                  </a:ext>
                </a:extLst>
              </p:cNvPr>
              <p:cNvSpPr/>
              <p:nvPr/>
            </p:nvSpPr>
            <p:spPr>
              <a:xfrm flipH="1">
                <a:off x="6055696" y="1680162"/>
                <a:ext cx="375960" cy="310144"/>
              </a:xfrm>
              <a:custGeom>
                <a:avLst/>
                <a:gdLst>
                  <a:gd name="connsiteX0" fmla="*/ 1384251 w 3217557"/>
                  <a:gd name="connsiteY0" fmla="*/ 661544 h 2702049"/>
                  <a:gd name="connsiteX1" fmla="*/ 1574067 w 3217557"/>
                  <a:gd name="connsiteY1" fmla="*/ 851360 h 2702049"/>
                  <a:gd name="connsiteX2" fmla="*/ 1384251 w 3217557"/>
                  <a:gd name="connsiteY2" fmla="*/ 1041176 h 2702049"/>
                  <a:gd name="connsiteX3" fmla="*/ 1194435 w 3217557"/>
                  <a:gd name="connsiteY3" fmla="*/ 851360 h 2702049"/>
                  <a:gd name="connsiteX4" fmla="*/ 1384251 w 3217557"/>
                  <a:gd name="connsiteY4" fmla="*/ 661544 h 2702049"/>
                  <a:gd name="connsiteX5" fmla="*/ 1993421 w 3217557"/>
                  <a:gd name="connsiteY5" fmla="*/ 661544 h 2702049"/>
                  <a:gd name="connsiteX6" fmla="*/ 2183237 w 3217557"/>
                  <a:gd name="connsiteY6" fmla="*/ 851360 h 2702049"/>
                  <a:gd name="connsiteX7" fmla="*/ 1993421 w 3217557"/>
                  <a:gd name="connsiteY7" fmla="*/ 1041176 h 2702049"/>
                  <a:gd name="connsiteX8" fmla="*/ 1803605 w 3217557"/>
                  <a:gd name="connsiteY8" fmla="*/ 851360 h 2702049"/>
                  <a:gd name="connsiteX9" fmla="*/ 1993421 w 3217557"/>
                  <a:gd name="connsiteY9" fmla="*/ 661544 h 2702049"/>
                  <a:gd name="connsiteX10" fmla="*/ 2602591 w 3217557"/>
                  <a:gd name="connsiteY10" fmla="*/ 661544 h 2702049"/>
                  <a:gd name="connsiteX11" fmla="*/ 2792407 w 3217557"/>
                  <a:gd name="connsiteY11" fmla="*/ 851360 h 2702049"/>
                  <a:gd name="connsiteX12" fmla="*/ 2602591 w 3217557"/>
                  <a:gd name="connsiteY12" fmla="*/ 1041176 h 2702049"/>
                  <a:gd name="connsiteX13" fmla="*/ 2412775 w 3217557"/>
                  <a:gd name="connsiteY13" fmla="*/ 851360 h 2702049"/>
                  <a:gd name="connsiteX14" fmla="*/ 2602591 w 3217557"/>
                  <a:gd name="connsiteY14" fmla="*/ 661544 h 2702049"/>
                  <a:gd name="connsiteX15" fmla="*/ 677114 w 3217557"/>
                  <a:gd name="connsiteY15" fmla="*/ 569491 h 2702049"/>
                  <a:gd name="connsiteX16" fmla="*/ 330916 w 3217557"/>
                  <a:gd name="connsiteY16" fmla="*/ 569491 h 2702049"/>
                  <a:gd name="connsiteX17" fmla="*/ 0 w 3217557"/>
                  <a:gd name="connsiteY17" fmla="*/ 900407 h 2702049"/>
                  <a:gd name="connsiteX18" fmla="*/ 0 w 3217557"/>
                  <a:gd name="connsiteY18" fmla="*/ 1952009 h 2702049"/>
                  <a:gd name="connsiteX19" fmla="*/ 330916 w 3217557"/>
                  <a:gd name="connsiteY19" fmla="*/ 2282925 h 2702049"/>
                  <a:gd name="connsiteX20" fmla="*/ 711670 w 3217557"/>
                  <a:gd name="connsiteY20" fmla="*/ 2282925 h 2702049"/>
                  <a:gd name="connsiteX21" fmla="*/ 15770 w 3217557"/>
                  <a:gd name="connsiteY21" fmla="*/ 2702049 h 2702049"/>
                  <a:gd name="connsiteX22" fmla="*/ 1294529 w 3217557"/>
                  <a:gd name="connsiteY22" fmla="*/ 2282925 h 2702049"/>
                  <a:gd name="connsiteX23" fmla="*/ 2117356 w 3217557"/>
                  <a:gd name="connsiteY23" fmla="*/ 2282925 h 2702049"/>
                  <a:gd name="connsiteX24" fmla="*/ 2418395 w 3217557"/>
                  <a:gd name="connsiteY24" fmla="*/ 2087951 h 2702049"/>
                  <a:gd name="connsiteX25" fmla="*/ 1830857 w 3217557"/>
                  <a:gd name="connsiteY25" fmla="*/ 1799347 h 2702049"/>
                  <a:gd name="connsiteX26" fmla="*/ 1008030 w 3217557"/>
                  <a:gd name="connsiteY26" fmla="*/ 1799347 h 2702049"/>
                  <a:gd name="connsiteX27" fmla="*/ 677114 w 3217557"/>
                  <a:gd name="connsiteY27" fmla="*/ 1468431 h 2702049"/>
                  <a:gd name="connsiteX28" fmla="*/ 677114 w 3217557"/>
                  <a:gd name="connsiteY28" fmla="*/ 569491 h 2702049"/>
                  <a:gd name="connsiteX29" fmla="*/ 2886641 w 3217557"/>
                  <a:gd name="connsiteY29" fmla="*/ 0 h 2702049"/>
                  <a:gd name="connsiteX30" fmla="*/ 1100201 w 3217557"/>
                  <a:gd name="connsiteY30" fmla="*/ 0 h 2702049"/>
                  <a:gd name="connsiteX31" fmla="*/ 769285 w 3217557"/>
                  <a:gd name="connsiteY31" fmla="*/ 330916 h 2702049"/>
                  <a:gd name="connsiteX32" fmla="*/ 769285 w 3217557"/>
                  <a:gd name="connsiteY32" fmla="*/ 1382518 h 2702049"/>
                  <a:gd name="connsiteX33" fmla="*/ 1100201 w 3217557"/>
                  <a:gd name="connsiteY33" fmla="*/ 1713434 h 2702049"/>
                  <a:gd name="connsiteX34" fmla="*/ 1923028 w 3217557"/>
                  <a:gd name="connsiteY34" fmla="*/ 1713434 h 2702049"/>
                  <a:gd name="connsiteX35" fmla="*/ 3078958 w 3217557"/>
                  <a:gd name="connsiteY35" fmla="*/ 2077967 h 2702049"/>
                  <a:gd name="connsiteX36" fmla="*/ 2505887 w 3217557"/>
                  <a:gd name="connsiteY36" fmla="*/ 1713434 h 2702049"/>
                  <a:gd name="connsiteX37" fmla="*/ 2886641 w 3217557"/>
                  <a:gd name="connsiteY37" fmla="*/ 1713434 h 2702049"/>
                  <a:gd name="connsiteX38" fmla="*/ 3217557 w 3217557"/>
                  <a:gd name="connsiteY38" fmla="*/ 1382518 h 2702049"/>
                  <a:gd name="connsiteX39" fmla="*/ 3217557 w 3217557"/>
                  <a:gd name="connsiteY39" fmla="*/ 330916 h 2702049"/>
                  <a:gd name="connsiteX40" fmla="*/ 2886641 w 3217557"/>
                  <a:gd name="connsiteY40" fmla="*/ 0 h 2702049"/>
                  <a:gd name="connsiteX0" fmla="*/ 1384251 w 3217557"/>
                  <a:gd name="connsiteY0" fmla="*/ 661544 h 2702049"/>
                  <a:gd name="connsiteX1" fmla="*/ 1574067 w 3217557"/>
                  <a:gd name="connsiteY1" fmla="*/ 851360 h 2702049"/>
                  <a:gd name="connsiteX2" fmla="*/ 1384251 w 3217557"/>
                  <a:gd name="connsiteY2" fmla="*/ 1041176 h 2702049"/>
                  <a:gd name="connsiteX3" fmla="*/ 1194435 w 3217557"/>
                  <a:gd name="connsiteY3" fmla="*/ 851360 h 2702049"/>
                  <a:gd name="connsiteX4" fmla="*/ 1384251 w 3217557"/>
                  <a:gd name="connsiteY4" fmla="*/ 661544 h 2702049"/>
                  <a:gd name="connsiteX5" fmla="*/ 1993421 w 3217557"/>
                  <a:gd name="connsiteY5" fmla="*/ 661544 h 2702049"/>
                  <a:gd name="connsiteX6" fmla="*/ 2183237 w 3217557"/>
                  <a:gd name="connsiteY6" fmla="*/ 851360 h 2702049"/>
                  <a:gd name="connsiteX7" fmla="*/ 1993421 w 3217557"/>
                  <a:gd name="connsiteY7" fmla="*/ 1041176 h 2702049"/>
                  <a:gd name="connsiteX8" fmla="*/ 1803605 w 3217557"/>
                  <a:gd name="connsiteY8" fmla="*/ 851360 h 2702049"/>
                  <a:gd name="connsiteX9" fmla="*/ 1993421 w 3217557"/>
                  <a:gd name="connsiteY9" fmla="*/ 661544 h 2702049"/>
                  <a:gd name="connsiteX10" fmla="*/ 2602591 w 3217557"/>
                  <a:gd name="connsiteY10" fmla="*/ 661544 h 2702049"/>
                  <a:gd name="connsiteX11" fmla="*/ 2792407 w 3217557"/>
                  <a:gd name="connsiteY11" fmla="*/ 851360 h 2702049"/>
                  <a:gd name="connsiteX12" fmla="*/ 2602591 w 3217557"/>
                  <a:gd name="connsiteY12" fmla="*/ 1041176 h 2702049"/>
                  <a:gd name="connsiteX13" fmla="*/ 2412775 w 3217557"/>
                  <a:gd name="connsiteY13" fmla="*/ 851360 h 2702049"/>
                  <a:gd name="connsiteX14" fmla="*/ 2602591 w 3217557"/>
                  <a:gd name="connsiteY14" fmla="*/ 661544 h 2702049"/>
                  <a:gd name="connsiteX15" fmla="*/ 677114 w 3217557"/>
                  <a:gd name="connsiteY15" fmla="*/ 569491 h 2702049"/>
                  <a:gd name="connsiteX16" fmla="*/ 330916 w 3217557"/>
                  <a:gd name="connsiteY16" fmla="*/ 569491 h 2702049"/>
                  <a:gd name="connsiteX17" fmla="*/ 0 w 3217557"/>
                  <a:gd name="connsiteY17" fmla="*/ 900407 h 2702049"/>
                  <a:gd name="connsiteX18" fmla="*/ 0 w 3217557"/>
                  <a:gd name="connsiteY18" fmla="*/ 1952009 h 2702049"/>
                  <a:gd name="connsiteX19" fmla="*/ 330916 w 3217557"/>
                  <a:gd name="connsiteY19" fmla="*/ 2282925 h 2702049"/>
                  <a:gd name="connsiteX20" fmla="*/ 711670 w 3217557"/>
                  <a:gd name="connsiteY20" fmla="*/ 2282925 h 2702049"/>
                  <a:gd name="connsiteX21" fmla="*/ 15770 w 3217557"/>
                  <a:gd name="connsiteY21" fmla="*/ 2702049 h 2702049"/>
                  <a:gd name="connsiteX22" fmla="*/ 1294529 w 3217557"/>
                  <a:gd name="connsiteY22" fmla="*/ 2282925 h 2702049"/>
                  <a:gd name="connsiteX23" fmla="*/ 2117356 w 3217557"/>
                  <a:gd name="connsiteY23" fmla="*/ 2282925 h 2702049"/>
                  <a:gd name="connsiteX24" fmla="*/ 2418395 w 3217557"/>
                  <a:gd name="connsiteY24" fmla="*/ 2087951 h 2702049"/>
                  <a:gd name="connsiteX25" fmla="*/ 1830857 w 3217557"/>
                  <a:gd name="connsiteY25" fmla="*/ 1799347 h 2702049"/>
                  <a:gd name="connsiteX26" fmla="*/ 1008030 w 3217557"/>
                  <a:gd name="connsiteY26" fmla="*/ 1799347 h 2702049"/>
                  <a:gd name="connsiteX27" fmla="*/ 677114 w 3217557"/>
                  <a:gd name="connsiteY27" fmla="*/ 1468431 h 2702049"/>
                  <a:gd name="connsiteX28" fmla="*/ 677114 w 3217557"/>
                  <a:gd name="connsiteY28" fmla="*/ 569491 h 2702049"/>
                  <a:gd name="connsiteX29" fmla="*/ 2886641 w 3217557"/>
                  <a:gd name="connsiteY29" fmla="*/ 0 h 2702049"/>
                  <a:gd name="connsiteX30" fmla="*/ 1100201 w 3217557"/>
                  <a:gd name="connsiteY30" fmla="*/ 0 h 2702049"/>
                  <a:gd name="connsiteX31" fmla="*/ 769285 w 3217557"/>
                  <a:gd name="connsiteY31" fmla="*/ 330916 h 2702049"/>
                  <a:gd name="connsiteX32" fmla="*/ 769285 w 3217557"/>
                  <a:gd name="connsiteY32" fmla="*/ 1382518 h 2702049"/>
                  <a:gd name="connsiteX33" fmla="*/ 1100201 w 3217557"/>
                  <a:gd name="connsiteY33" fmla="*/ 1713434 h 2702049"/>
                  <a:gd name="connsiteX34" fmla="*/ 1923028 w 3217557"/>
                  <a:gd name="connsiteY34" fmla="*/ 1713434 h 2702049"/>
                  <a:gd name="connsiteX35" fmla="*/ 3078958 w 3217557"/>
                  <a:gd name="connsiteY35" fmla="*/ 2077967 h 2702049"/>
                  <a:gd name="connsiteX36" fmla="*/ 2505887 w 3217557"/>
                  <a:gd name="connsiteY36" fmla="*/ 1713434 h 2702049"/>
                  <a:gd name="connsiteX37" fmla="*/ 2886641 w 3217557"/>
                  <a:gd name="connsiteY37" fmla="*/ 1713434 h 2702049"/>
                  <a:gd name="connsiteX38" fmla="*/ 3217557 w 3217557"/>
                  <a:gd name="connsiteY38" fmla="*/ 1382518 h 2702049"/>
                  <a:gd name="connsiteX39" fmla="*/ 3217557 w 3217557"/>
                  <a:gd name="connsiteY39" fmla="*/ 330916 h 2702049"/>
                  <a:gd name="connsiteX40" fmla="*/ 2886641 w 3217557"/>
                  <a:gd name="connsiteY40" fmla="*/ 0 h 2702049"/>
                  <a:gd name="connsiteX0" fmla="*/ 1384251 w 3217557"/>
                  <a:gd name="connsiteY0" fmla="*/ 661544 h 2633810"/>
                  <a:gd name="connsiteX1" fmla="*/ 1574067 w 3217557"/>
                  <a:gd name="connsiteY1" fmla="*/ 851360 h 2633810"/>
                  <a:gd name="connsiteX2" fmla="*/ 1384251 w 3217557"/>
                  <a:gd name="connsiteY2" fmla="*/ 1041176 h 2633810"/>
                  <a:gd name="connsiteX3" fmla="*/ 1194435 w 3217557"/>
                  <a:gd name="connsiteY3" fmla="*/ 851360 h 2633810"/>
                  <a:gd name="connsiteX4" fmla="*/ 1384251 w 3217557"/>
                  <a:gd name="connsiteY4" fmla="*/ 661544 h 2633810"/>
                  <a:gd name="connsiteX5" fmla="*/ 1993421 w 3217557"/>
                  <a:gd name="connsiteY5" fmla="*/ 661544 h 2633810"/>
                  <a:gd name="connsiteX6" fmla="*/ 2183237 w 3217557"/>
                  <a:gd name="connsiteY6" fmla="*/ 851360 h 2633810"/>
                  <a:gd name="connsiteX7" fmla="*/ 1993421 w 3217557"/>
                  <a:gd name="connsiteY7" fmla="*/ 1041176 h 2633810"/>
                  <a:gd name="connsiteX8" fmla="*/ 1803605 w 3217557"/>
                  <a:gd name="connsiteY8" fmla="*/ 851360 h 2633810"/>
                  <a:gd name="connsiteX9" fmla="*/ 1993421 w 3217557"/>
                  <a:gd name="connsiteY9" fmla="*/ 661544 h 2633810"/>
                  <a:gd name="connsiteX10" fmla="*/ 2602591 w 3217557"/>
                  <a:gd name="connsiteY10" fmla="*/ 661544 h 2633810"/>
                  <a:gd name="connsiteX11" fmla="*/ 2792407 w 3217557"/>
                  <a:gd name="connsiteY11" fmla="*/ 851360 h 2633810"/>
                  <a:gd name="connsiteX12" fmla="*/ 2602591 w 3217557"/>
                  <a:gd name="connsiteY12" fmla="*/ 1041176 h 2633810"/>
                  <a:gd name="connsiteX13" fmla="*/ 2412775 w 3217557"/>
                  <a:gd name="connsiteY13" fmla="*/ 851360 h 2633810"/>
                  <a:gd name="connsiteX14" fmla="*/ 2602591 w 3217557"/>
                  <a:gd name="connsiteY14" fmla="*/ 661544 h 2633810"/>
                  <a:gd name="connsiteX15" fmla="*/ 677114 w 3217557"/>
                  <a:gd name="connsiteY15" fmla="*/ 569491 h 2633810"/>
                  <a:gd name="connsiteX16" fmla="*/ 330916 w 3217557"/>
                  <a:gd name="connsiteY16" fmla="*/ 569491 h 2633810"/>
                  <a:gd name="connsiteX17" fmla="*/ 0 w 3217557"/>
                  <a:gd name="connsiteY17" fmla="*/ 900407 h 2633810"/>
                  <a:gd name="connsiteX18" fmla="*/ 0 w 3217557"/>
                  <a:gd name="connsiteY18" fmla="*/ 1952009 h 2633810"/>
                  <a:gd name="connsiteX19" fmla="*/ 330916 w 3217557"/>
                  <a:gd name="connsiteY19" fmla="*/ 2282925 h 2633810"/>
                  <a:gd name="connsiteX20" fmla="*/ 711670 w 3217557"/>
                  <a:gd name="connsiteY20" fmla="*/ 2282925 h 2633810"/>
                  <a:gd name="connsiteX21" fmla="*/ 165895 w 3217557"/>
                  <a:gd name="connsiteY21" fmla="*/ 2633810 h 2633810"/>
                  <a:gd name="connsiteX22" fmla="*/ 1294529 w 3217557"/>
                  <a:gd name="connsiteY22" fmla="*/ 2282925 h 2633810"/>
                  <a:gd name="connsiteX23" fmla="*/ 2117356 w 3217557"/>
                  <a:gd name="connsiteY23" fmla="*/ 2282925 h 2633810"/>
                  <a:gd name="connsiteX24" fmla="*/ 2418395 w 3217557"/>
                  <a:gd name="connsiteY24" fmla="*/ 2087951 h 2633810"/>
                  <a:gd name="connsiteX25" fmla="*/ 1830857 w 3217557"/>
                  <a:gd name="connsiteY25" fmla="*/ 1799347 h 2633810"/>
                  <a:gd name="connsiteX26" fmla="*/ 1008030 w 3217557"/>
                  <a:gd name="connsiteY26" fmla="*/ 1799347 h 2633810"/>
                  <a:gd name="connsiteX27" fmla="*/ 677114 w 3217557"/>
                  <a:gd name="connsiteY27" fmla="*/ 1468431 h 2633810"/>
                  <a:gd name="connsiteX28" fmla="*/ 677114 w 3217557"/>
                  <a:gd name="connsiteY28" fmla="*/ 569491 h 2633810"/>
                  <a:gd name="connsiteX29" fmla="*/ 2886641 w 3217557"/>
                  <a:gd name="connsiteY29" fmla="*/ 0 h 2633810"/>
                  <a:gd name="connsiteX30" fmla="*/ 1100201 w 3217557"/>
                  <a:gd name="connsiteY30" fmla="*/ 0 h 2633810"/>
                  <a:gd name="connsiteX31" fmla="*/ 769285 w 3217557"/>
                  <a:gd name="connsiteY31" fmla="*/ 330916 h 2633810"/>
                  <a:gd name="connsiteX32" fmla="*/ 769285 w 3217557"/>
                  <a:gd name="connsiteY32" fmla="*/ 1382518 h 2633810"/>
                  <a:gd name="connsiteX33" fmla="*/ 1100201 w 3217557"/>
                  <a:gd name="connsiteY33" fmla="*/ 1713434 h 2633810"/>
                  <a:gd name="connsiteX34" fmla="*/ 1923028 w 3217557"/>
                  <a:gd name="connsiteY34" fmla="*/ 1713434 h 2633810"/>
                  <a:gd name="connsiteX35" fmla="*/ 3078958 w 3217557"/>
                  <a:gd name="connsiteY35" fmla="*/ 2077967 h 2633810"/>
                  <a:gd name="connsiteX36" fmla="*/ 2505887 w 3217557"/>
                  <a:gd name="connsiteY36" fmla="*/ 1713434 h 2633810"/>
                  <a:gd name="connsiteX37" fmla="*/ 2886641 w 3217557"/>
                  <a:gd name="connsiteY37" fmla="*/ 1713434 h 2633810"/>
                  <a:gd name="connsiteX38" fmla="*/ 3217557 w 3217557"/>
                  <a:gd name="connsiteY38" fmla="*/ 1382518 h 2633810"/>
                  <a:gd name="connsiteX39" fmla="*/ 3217557 w 3217557"/>
                  <a:gd name="connsiteY39" fmla="*/ 330916 h 2633810"/>
                  <a:gd name="connsiteX40" fmla="*/ 2886641 w 3217557"/>
                  <a:gd name="connsiteY40" fmla="*/ 0 h 2633810"/>
                  <a:gd name="connsiteX0" fmla="*/ 1384251 w 3217557"/>
                  <a:gd name="connsiteY0" fmla="*/ 661544 h 2633810"/>
                  <a:gd name="connsiteX1" fmla="*/ 1574067 w 3217557"/>
                  <a:gd name="connsiteY1" fmla="*/ 851360 h 2633810"/>
                  <a:gd name="connsiteX2" fmla="*/ 1384251 w 3217557"/>
                  <a:gd name="connsiteY2" fmla="*/ 1041176 h 2633810"/>
                  <a:gd name="connsiteX3" fmla="*/ 1194435 w 3217557"/>
                  <a:gd name="connsiteY3" fmla="*/ 851360 h 2633810"/>
                  <a:gd name="connsiteX4" fmla="*/ 1384251 w 3217557"/>
                  <a:gd name="connsiteY4" fmla="*/ 661544 h 2633810"/>
                  <a:gd name="connsiteX5" fmla="*/ 1993421 w 3217557"/>
                  <a:gd name="connsiteY5" fmla="*/ 661544 h 2633810"/>
                  <a:gd name="connsiteX6" fmla="*/ 2183237 w 3217557"/>
                  <a:gd name="connsiteY6" fmla="*/ 851360 h 2633810"/>
                  <a:gd name="connsiteX7" fmla="*/ 1993421 w 3217557"/>
                  <a:gd name="connsiteY7" fmla="*/ 1041176 h 2633810"/>
                  <a:gd name="connsiteX8" fmla="*/ 1803605 w 3217557"/>
                  <a:gd name="connsiteY8" fmla="*/ 851360 h 2633810"/>
                  <a:gd name="connsiteX9" fmla="*/ 1993421 w 3217557"/>
                  <a:gd name="connsiteY9" fmla="*/ 661544 h 2633810"/>
                  <a:gd name="connsiteX10" fmla="*/ 2602591 w 3217557"/>
                  <a:gd name="connsiteY10" fmla="*/ 661544 h 2633810"/>
                  <a:gd name="connsiteX11" fmla="*/ 2792407 w 3217557"/>
                  <a:gd name="connsiteY11" fmla="*/ 851360 h 2633810"/>
                  <a:gd name="connsiteX12" fmla="*/ 2602591 w 3217557"/>
                  <a:gd name="connsiteY12" fmla="*/ 1041176 h 2633810"/>
                  <a:gd name="connsiteX13" fmla="*/ 2412775 w 3217557"/>
                  <a:gd name="connsiteY13" fmla="*/ 851360 h 2633810"/>
                  <a:gd name="connsiteX14" fmla="*/ 2602591 w 3217557"/>
                  <a:gd name="connsiteY14" fmla="*/ 661544 h 2633810"/>
                  <a:gd name="connsiteX15" fmla="*/ 677114 w 3217557"/>
                  <a:gd name="connsiteY15" fmla="*/ 569491 h 2633810"/>
                  <a:gd name="connsiteX16" fmla="*/ 330916 w 3217557"/>
                  <a:gd name="connsiteY16" fmla="*/ 569491 h 2633810"/>
                  <a:gd name="connsiteX17" fmla="*/ 0 w 3217557"/>
                  <a:gd name="connsiteY17" fmla="*/ 900407 h 2633810"/>
                  <a:gd name="connsiteX18" fmla="*/ 0 w 3217557"/>
                  <a:gd name="connsiteY18" fmla="*/ 1952009 h 2633810"/>
                  <a:gd name="connsiteX19" fmla="*/ 330916 w 3217557"/>
                  <a:gd name="connsiteY19" fmla="*/ 2282925 h 2633810"/>
                  <a:gd name="connsiteX20" fmla="*/ 711670 w 3217557"/>
                  <a:gd name="connsiteY20" fmla="*/ 2282925 h 2633810"/>
                  <a:gd name="connsiteX21" fmla="*/ 165895 w 3217557"/>
                  <a:gd name="connsiteY21" fmla="*/ 2633810 h 2633810"/>
                  <a:gd name="connsiteX22" fmla="*/ 1294529 w 3217557"/>
                  <a:gd name="connsiteY22" fmla="*/ 2282925 h 2633810"/>
                  <a:gd name="connsiteX23" fmla="*/ 2117356 w 3217557"/>
                  <a:gd name="connsiteY23" fmla="*/ 2282925 h 2633810"/>
                  <a:gd name="connsiteX24" fmla="*/ 2418395 w 3217557"/>
                  <a:gd name="connsiteY24" fmla="*/ 2087951 h 2633810"/>
                  <a:gd name="connsiteX25" fmla="*/ 1830857 w 3217557"/>
                  <a:gd name="connsiteY25" fmla="*/ 1799347 h 2633810"/>
                  <a:gd name="connsiteX26" fmla="*/ 1008030 w 3217557"/>
                  <a:gd name="connsiteY26" fmla="*/ 1799347 h 2633810"/>
                  <a:gd name="connsiteX27" fmla="*/ 677114 w 3217557"/>
                  <a:gd name="connsiteY27" fmla="*/ 1468431 h 2633810"/>
                  <a:gd name="connsiteX28" fmla="*/ 677114 w 3217557"/>
                  <a:gd name="connsiteY28" fmla="*/ 569491 h 2633810"/>
                  <a:gd name="connsiteX29" fmla="*/ 2886641 w 3217557"/>
                  <a:gd name="connsiteY29" fmla="*/ 0 h 2633810"/>
                  <a:gd name="connsiteX30" fmla="*/ 1100201 w 3217557"/>
                  <a:gd name="connsiteY30" fmla="*/ 0 h 2633810"/>
                  <a:gd name="connsiteX31" fmla="*/ 769285 w 3217557"/>
                  <a:gd name="connsiteY31" fmla="*/ 330916 h 2633810"/>
                  <a:gd name="connsiteX32" fmla="*/ 769285 w 3217557"/>
                  <a:gd name="connsiteY32" fmla="*/ 1382518 h 2633810"/>
                  <a:gd name="connsiteX33" fmla="*/ 1100201 w 3217557"/>
                  <a:gd name="connsiteY33" fmla="*/ 1713434 h 2633810"/>
                  <a:gd name="connsiteX34" fmla="*/ 1923028 w 3217557"/>
                  <a:gd name="connsiteY34" fmla="*/ 1713434 h 2633810"/>
                  <a:gd name="connsiteX35" fmla="*/ 3078958 w 3217557"/>
                  <a:gd name="connsiteY35" fmla="*/ 2077967 h 2633810"/>
                  <a:gd name="connsiteX36" fmla="*/ 2505887 w 3217557"/>
                  <a:gd name="connsiteY36" fmla="*/ 1713434 h 2633810"/>
                  <a:gd name="connsiteX37" fmla="*/ 2886641 w 3217557"/>
                  <a:gd name="connsiteY37" fmla="*/ 1713434 h 2633810"/>
                  <a:gd name="connsiteX38" fmla="*/ 3217557 w 3217557"/>
                  <a:gd name="connsiteY38" fmla="*/ 1382518 h 2633810"/>
                  <a:gd name="connsiteX39" fmla="*/ 3217557 w 3217557"/>
                  <a:gd name="connsiteY39" fmla="*/ 330916 h 2633810"/>
                  <a:gd name="connsiteX40" fmla="*/ 2886641 w 3217557"/>
                  <a:gd name="connsiteY40" fmla="*/ 0 h 2633810"/>
                  <a:gd name="connsiteX0" fmla="*/ 1384251 w 3217557"/>
                  <a:gd name="connsiteY0" fmla="*/ 661544 h 2633810"/>
                  <a:gd name="connsiteX1" fmla="*/ 1574067 w 3217557"/>
                  <a:gd name="connsiteY1" fmla="*/ 851360 h 2633810"/>
                  <a:gd name="connsiteX2" fmla="*/ 1384251 w 3217557"/>
                  <a:gd name="connsiteY2" fmla="*/ 1041176 h 2633810"/>
                  <a:gd name="connsiteX3" fmla="*/ 1194435 w 3217557"/>
                  <a:gd name="connsiteY3" fmla="*/ 851360 h 2633810"/>
                  <a:gd name="connsiteX4" fmla="*/ 1384251 w 3217557"/>
                  <a:gd name="connsiteY4" fmla="*/ 661544 h 2633810"/>
                  <a:gd name="connsiteX5" fmla="*/ 1993421 w 3217557"/>
                  <a:gd name="connsiteY5" fmla="*/ 661544 h 2633810"/>
                  <a:gd name="connsiteX6" fmla="*/ 2183237 w 3217557"/>
                  <a:gd name="connsiteY6" fmla="*/ 851360 h 2633810"/>
                  <a:gd name="connsiteX7" fmla="*/ 1993421 w 3217557"/>
                  <a:gd name="connsiteY7" fmla="*/ 1041176 h 2633810"/>
                  <a:gd name="connsiteX8" fmla="*/ 1803605 w 3217557"/>
                  <a:gd name="connsiteY8" fmla="*/ 851360 h 2633810"/>
                  <a:gd name="connsiteX9" fmla="*/ 1993421 w 3217557"/>
                  <a:gd name="connsiteY9" fmla="*/ 661544 h 2633810"/>
                  <a:gd name="connsiteX10" fmla="*/ 2602591 w 3217557"/>
                  <a:gd name="connsiteY10" fmla="*/ 661544 h 2633810"/>
                  <a:gd name="connsiteX11" fmla="*/ 2792407 w 3217557"/>
                  <a:gd name="connsiteY11" fmla="*/ 851360 h 2633810"/>
                  <a:gd name="connsiteX12" fmla="*/ 2602591 w 3217557"/>
                  <a:gd name="connsiteY12" fmla="*/ 1041176 h 2633810"/>
                  <a:gd name="connsiteX13" fmla="*/ 2412775 w 3217557"/>
                  <a:gd name="connsiteY13" fmla="*/ 851360 h 2633810"/>
                  <a:gd name="connsiteX14" fmla="*/ 2602591 w 3217557"/>
                  <a:gd name="connsiteY14" fmla="*/ 661544 h 2633810"/>
                  <a:gd name="connsiteX15" fmla="*/ 677114 w 3217557"/>
                  <a:gd name="connsiteY15" fmla="*/ 569491 h 2633810"/>
                  <a:gd name="connsiteX16" fmla="*/ 330916 w 3217557"/>
                  <a:gd name="connsiteY16" fmla="*/ 569491 h 2633810"/>
                  <a:gd name="connsiteX17" fmla="*/ 0 w 3217557"/>
                  <a:gd name="connsiteY17" fmla="*/ 900407 h 2633810"/>
                  <a:gd name="connsiteX18" fmla="*/ 0 w 3217557"/>
                  <a:gd name="connsiteY18" fmla="*/ 1952009 h 2633810"/>
                  <a:gd name="connsiteX19" fmla="*/ 330916 w 3217557"/>
                  <a:gd name="connsiteY19" fmla="*/ 2282925 h 2633810"/>
                  <a:gd name="connsiteX20" fmla="*/ 711670 w 3217557"/>
                  <a:gd name="connsiteY20" fmla="*/ 2282925 h 2633810"/>
                  <a:gd name="connsiteX21" fmla="*/ 165895 w 3217557"/>
                  <a:gd name="connsiteY21" fmla="*/ 2633810 h 2633810"/>
                  <a:gd name="connsiteX22" fmla="*/ 1294529 w 3217557"/>
                  <a:gd name="connsiteY22" fmla="*/ 2282925 h 2633810"/>
                  <a:gd name="connsiteX23" fmla="*/ 2117356 w 3217557"/>
                  <a:gd name="connsiteY23" fmla="*/ 2282925 h 2633810"/>
                  <a:gd name="connsiteX24" fmla="*/ 2418395 w 3217557"/>
                  <a:gd name="connsiteY24" fmla="*/ 2087951 h 2633810"/>
                  <a:gd name="connsiteX25" fmla="*/ 1830857 w 3217557"/>
                  <a:gd name="connsiteY25" fmla="*/ 1799347 h 2633810"/>
                  <a:gd name="connsiteX26" fmla="*/ 1008030 w 3217557"/>
                  <a:gd name="connsiteY26" fmla="*/ 1799347 h 2633810"/>
                  <a:gd name="connsiteX27" fmla="*/ 677114 w 3217557"/>
                  <a:gd name="connsiteY27" fmla="*/ 1468431 h 2633810"/>
                  <a:gd name="connsiteX28" fmla="*/ 677114 w 3217557"/>
                  <a:gd name="connsiteY28" fmla="*/ 569491 h 2633810"/>
                  <a:gd name="connsiteX29" fmla="*/ 2886641 w 3217557"/>
                  <a:gd name="connsiteY29" fmla="*/ 0 h 2633810"/>
                  <a:gd name="connsiteX30" fmla="*/ 1100201 w 3217557"/>
                  <a:gd name="connsiteY30" fmla="*/ 0 h 2633810"/>
                  <a:gd name="connsiteX31" fmla="*/ 769285 w 3217557"/>
                  <a:gd name="connsiteY31" fmla="*/ 330916 h 2633810"/>
                  <a:gd name="connsiteX32" fmla="*/ 769285 w 3217557"/>
                  <a:gd name="connsiteY32" fmla="*/ 1382518 h 2633810"/>
                  <a:gd name="connsiteX33" fmla="*/ 1100201 w 3217557"/>
                  <a:gd name="connsiteY33" fmla="*/ 1713434 h 2633810"/>
                  <a:gd name="connsiteX34" fmla="*/ 1923028 w 3217557"/>
                  <a:gd name="connsiteY34" fmla="*/ 1713434 h 2633810"/>
                  <a:gd name="connsiteX35" fmla="*/ 3078958 w 3217557"/>
                  <a:gd name="connsiteY35" fmla="*/ 2077967 h 2633810"/>
                  <a:gd name="connsiteX36" fmla="*/ 2505887 w 3217557"/>
                  <a:gd name="connsiteY36" fmla="*/ 1713434 h 2633810"/>
                  <a:gd name="connsiteX37" fmla="*/ 2886641 w 3217557"/>
                  <a:gd name="connsiteY37" fmla="*/ 1713434 h 2633810"/>
                  <a:gd name="connsiteX38" fmla="*/ 3217557 w 3217557"/>
                  <a:gd name="connsiteY38" fmla="*/ 1382518 h 2633810"/>
                  <a:gd name="connsiteX39" fmla="*/ 3217557 w 3217557"/>
                  <a:gd name="connsiteY39" fmla="*/ 330916 h 2633810"/>
                  <a:gd name="connsiteX40" fmla="*/ 2886641 w 3217557"/>
                  <a:gd name="connsiteY40" fmla="*/ 0 h 2633810"/>
                  <a:gd name="connsiteX0" fmla="*/ 1384251 w 3217557"/>
                  <a:gd name="connsiteY0" fmla="*/ 661544 h 2654282"/>
                  <a:gd name="connsiteX1" fmla="*/ 1574067 w 3217557"/>
                  <a:gd name="connsiteY1" fmla="*/ 851360 h 2654282"/>
                  <a:gd name="connsiteX2" fmla="*/ 1384251 w 3217557"/>
                  <a:gd name="connsiteY2" fmla="*/ 1041176 h 2654282"/>
                  <a:gd name="connsiteX3" fmla="*/ 1194435 w 3217557"/>
                  <a:gd name="connsiteY3" fmla="*/ 851360 h 2654282"/>
                  <a:gd name="connsiteX4" fmla="*/ 1384251 w 3217557"/>
                  <a:gd name="connsiteY4" fmla="*/ 661544 h 2654282"/>
                  <a:gd name="connsiteX5" fmla="*/ 1993421 w 3217557"/>
                  <a:gd name="connsiteY5" fmla="*/ 661544 h 2654282"/>
                  <a:gd name="connsiteX6" fmla="*/ 2183237 w 3217557"/>
                  <a:gd name="connsiteY6" fmla="*/ 851360 h 2654282"/>
                  <a:gd name="connsiteX7" fmla="*/ 1993421 w 3217557"/>
                  <a:gd name="connsiteY7" fmla="*/ 1041176 h 2654282"/>
                  <a:gd name="connsiteX8" fmla="*/ 1803605 w 3217557"/>
                  <a:gd name="connsiteY8" fmla="*/ 851360 h 2654282"/>
                  <a:gd name="connsiteX9" fmla="*/ 1993421 w 3217557"/>
                  <a:gd name="connsiteY9" fmla="*/ 661544 h 2654282"/>
                  <a:gd name="connsiteX10" fmla="*/ 2602591 w 3217557"/>
                  <a:gd name="connsiteY10" fmla="*/ 661544 h 2654282"/>
                  <a:gd name="connsiteX11" fmla="*/ 2792407 w 3217557"/>
                  <a:gd name="connsiteY11" fmla="*/ 851360 h 2654282"/>
                  <a:gd name="connsiteX12" fmla="*/ 2602591 w 3217557"/>
                  <a:gd name="connsiteY12" fmla="*/ 1041176 h 2654282"/>
                  <a:gd name="connsiteX13" fmla="*/ 2412775 w 3217557"/>
                  <a:gd name="connsiteY13" fmla="*/ 851360 h 2654282"/>
                  <a:gd name="connsiteX14" fmla="*/ 2602591 w 3217557"/>
                  <a:gd name="connsiteY14" fmla="*/ 661544 h 2654282"/>
                  <a:gd name="connsiteX15" fmla="*/ 677114 w 3217557"/>
                  <a:gd name="connsiteY15" fmla="*/ 569491 h 2654282"/>
                  <a:gd name="connsiteX16" fmla="*/ 330916 w 3217557"/>
                  <a:gd name="connsiteY16" fmla="*/ 569491 h 2654282"/>
                  <a:gd name="connsiteX17" fmla="*/ 0 w 3217557"/>
                  <a:gd name="connsiteY17" fmla="*/ 900407 h 2654282"/>
                  <a:gd name="connsiteX18" fmla="*/ 0 w 3217557"/>
                  <a:gd name="connsiteY18" fmla="*/ 1952009 h 2654282"/>
                  <a:gd name="connsiteX19" fmla="*/ 330916 w 3217557"/>
                  <a:gd name="connsiteY19" fmla="*/ 2282925 h 2654282"/>
                  <a:gd name="connsiteX20" fmla="*/ 711670 w 3217557"/>
                  <a:gd name="connsiteY20" fmla="*/ 2282925 h 2654282"/>
                  <a:gd name="connsiteX21" fmla="*/ 275077 w 3217557"/>
                  <a:gd name="connsiteY21" fmla="*/ 2654282 h 2654282"/>
                  <a:gd name="connsiteX22" fmla="*/ 1294529 w 3217557"/>
                  <a:gd name="connsiteY22" fmla="*/ 2282925 h 2654282"/>
                  <a:gd name="connsiteX23" fmla="*/ 2117356 w 3217557"/>
                  <a:gd name="connsiteY23" fmla="*/ 2282925 h 2654282"/>
                  <a:gd name="connsiteX24" fmla="*/ 2418395 w 3217557"/>
                  <a:gd name="connsiteY24" fmla="*/ 2087951 h 2654282"/>
                  <a:gd name="connsiteX25" fmla="*/ 1830857 w 3217557"/>
                  <a:gd name="connsiteY25" fmla="*/ 1799347 h 2654282"/>
                  <a:gd name="connsiteX26" fmla="*/ 1008030 w 3217557"/>
                  <a:gd name="connsiteY26" fmla="*/ 1799347 h 2654282"/>
                  <a:gd name="connsiteX27" fmla="*/ 677114 w 3217557"/>
                  <a:gd name="connsiteY27" fmla="*/ 1468431 h 2654282"/>
                  <a:gd name="connsiteX28" fmla="*/ 677114 w 3217557"/>
                  <a:gd name="connsiteY28" fmla="*/ 569491 h 2654282"/>
                  <a:gd name="connsiteX29" fmla="*/ 2886641 w 3217557"/>
                  <a:gd name="connsiteY29" fmla="*/ 0 h 2654282"/>
                  <a:gd name="connsiteX30" fmla="*/ 1100201 w 3217557"/>
                  <a:gd name="connsiteY30" fmla="*/ 0 h 2654282"/>
                  <a:gd name="connsiteX31" fmla="*/ 769285 w 3217557"/>
                  <a:gd name="connsiteY31" fmla="*/ 330916 h 2654282"/>
                  <a:gd name="connsiteX32" fmla="*/ 769285 w 3217557"/>
                  <a:gd name="connsiteY32" fmla="*/ 1382518 h 2654282"/>
                  <a:gd name="connsiteX33" fmla="*/ 1100201 w 3217557"/>
                  <a:gd name="connsiteY33" fmla="*/ 1713434 h 2654282"/>
                  <a:gd name="connsiteX34" fmla="*/ 1923028 w 3217557"/>
                  <a:gd name="connsiteY34" fmla="*/ 1713434 h 2654282"/>
                  <a:gd name="connsiteX35" fmla="*/ 3078958 w 3217557"/>
                  <a:gd name="connsiteY35" fmla="*/ 2077967 h 2654282"/>
                  <a:gd name="connsiteX36" fmla="*/ 2505887 w 3217557"/>
                  <a:gd name="connsiteY36" fmla="*/ 1713434 h 2654282"/>
                  <a:gd name="connsiteX37" fmla="*/ 2886641 w 3217557"/>
                  <a:gd name="connsiteY37" fmla="*/ 1713434 h 2654282"/>
                  <a:gd name="connsiteX38" fmla="*/ 3217557 w 3217557"/>
                  <a:gd name="connsiteY38" fmla="*/ 1382518 h 2654282"/>
                  <a:gd name="connsiteX39" fmla="*/ 3217557 w 3217557"/>
                  <a:gd name="connsiteY39" fmla="*/ 330916 h 2654282"/>
                  <a:gd name="connsiteX40" fmla="*/ 2886641 w 3217557"/>
                  <a:gd name="connsiteY40" fmla="*/ 0 h 2654282"/>
                  <a:gd name="connsiteX0" fmla="*/ 1384251 w 3217557"/>
                  <a:gd name="connsiteY0" fmla="*/ 661544 h 2654282"/>
                  <a:gd name="connsiteX1" fmla="*/ 1574067 w 3217557"/>
                  <a:gd name="connsiteY1" fmla="*/ 851360 h 2654282"/>
                  <a:gd name="connsiteX2" fmla="*/ 1384251 w 3217557"/>
                  <a:gd name="connsiteY2" fmla="*/ 1041176 h 2654282"/>
                  <a:gd name="connsiteX3" fmla="*/ 1194435 w 3217557"/>
                  <a:gd name="connsiteY3" fmla="*/ 851360 h 2654282"/>
                  <a:gd name="connsiteX4" fmla="*/ 1384251 w 3217557"/>
                  <a:gd name="connsiteY4" fmla="*/ 661544 h 2654282"/>
                  <a:gd name="connsiteX5" fmla="*/ 1993421 w 3217557"/>
                  <a:gd name="connsiteY5" fmla="*/ 661544 h 2654282"/>
                  <a:gd name="connsiteX6" fmla="*/ 2183237 w 3217557"/>
                  <a:gd name="connsiteY6" fmla="*/ 851360 h 2654282"/>
                  <a:gd name="connsiteX7" fmla="*/ 1993421 w 3217557"/>
                  <a:gd name="connsiteY7" fmla="*/ 1041176 h 2654282"/>
                  <a:gd name="connsiteX8" fmla="*/ 1803605 w 3217557"/>
                  <a:gd name="connsiteY8" fmla="*/ 851360 h 2654282"/>
                  <a:gd name="connsiteX9" fmla="*/ 1993421 w 3217557"/>
                  <a:gd name="connsiteY9" fmla="*/ 661544 h 2654282"/>
                  <a:gd name="connsiteX10" fmla="*/ 2602591 w 3217557"/>
                  <a:gd name="connsiteY10" fmla="*/ 661544 h 2654282"/>
                  <a:gd name="connsiteX11" fmla="*/ 2792407 w 3217557"/>
                  <a:gd name="connsiteY11" fmla="*/ 851360 h 2654282"/>
                  <a:gd name="connsiteX12" fmla="*/ 2602591 w 3217557"/>
                  <a:gd name="connsiteY12" fmla="*/ 1041176 h 2654282"/>
                  <a:gd name="connsiteX13" fmla="*/ 2412775 w 3217557"/>
                  <a:gd name="connsiteY13" fmla="*/ 851360 h 2654282"/>
                  <a:gd name="connsiteX14" fmla="*/ 2602591 w 3217557"/>
                  <a:gd name="connsiteY14" fmla="*/ 661544 h 2654282"/>
                  <a:gd name="connsiteX15" fmla="*/ 677114 w 3217557"/>
                  <a:gd name="connsiteY15" fmla="*/ 569491 h 2654282"/>
                  <a:gd name="connsiteX16" fmla="*/ 330916 w 3217557"/>
                  <a:gd name="connsiteY16" fmla="*/ 569491 h 2654282"/>
                  <a:gd name="connsiteX17" fmla="*/ 0 w 3217557"/>
                  <a:gd name="connsiteY17" fmla="*/ 900407 h 2654282"/>
                  <a:gd name="connsiteX18" fmla="*/ 0 w 3217557"/>
                  <a:gd name="connsiteY18" fmla="*/ 1952009 h 2654282"/>
                  <a:gd name="connsiteX19" fmla="*/ 330916 w 3217557"/>
                  <a:gd name="connsiteY19" fmla="*/ 2282925 h 2654282"/>
                  <a:gd name="connsiteX20" fmla="*/ 711670 w 3217557"/>
                  <a:gd name="connsiteY20" fmla="*/ 2282925 h 2654282"/>
                  <a:gd name="connsiteX21" fmla="*/ 275077 w 3217557"/>
                  <a:gd name="connsiteY21" fmla="*/ 2654282 h 2654282"/>
                  <a:gd name="connsiteX22" fmla="*/ 1294529 w 3217557"/>
                  <a:gd name="connsiteY22" fmla="*/ 2282925 h 2654282"/>
                  <a:gd name="connsiteX23" fmla="*/ 2117356 w 3217557"/>
                  <a:gd name="connsiteY23" fmla="*/ 2282925 h 2654282"/>
                  <a:gd name="connsiteX24" fmla="*/ 2418395 w 3217557"/>
                  <a:gd name="connsiteY24" fmla="*/ 2087951 h 2654282"/>
                  <a:gd name="connsiteX25" fmla="*/ 1830857 w 3217557"/>
                  <a:gd name="connsiteY25" fmla="*/ 1799347 h 2654282"/>
                  <a:gd name="connsiteX26" fmla="*/ 1008030 w 3217557"/>
                  <a:gd name="connsiteY26" fmla="*/ 1799347 h 2654282"/>
                  <a:gd name="connsiteX27" fmla="*/ 677114 w 3217557"/>
                  <a:gd name="connsiteY27" fmla="*/ 1468431 h 2654282"/>
                  <a:gd name="connsiteX28" fmla="*/ 677114 w 3217557"/>
                  <a:gd name="connsiteY28" fmla="*/ 569491 h 2654282"/>
                  <a:gd name="connsiteX29" fmla="*/ 2886641 w 3217557"/>
                  <a:gd name="connsiteY29" fmla="*/ 0 h 2654282"/>
                  <a:gd name="connsiteX30" fmla="*/ 1100201 w 3217557"/>
                  <a:gd name="connsiteY30" fmla="*/ 0 h 2654282"/>
                  <a:gd name="connsiteX31" fmla="*/ 769285 w 3217557"/>
                  <a:gd name="connsiteY31" fmla="*/ 330916 h 2654282"/>
                  <a:gd name="connsiteX32" fmla="*/ 769285 w 3217557"/>
                  <a:gd name="connsiteY32" fmla="*/ 1382518 h 2654282"/>
                  <a:gd name="connsiteX33" fmla="*/ 1100201 w 3217557"/>
                  <a:gd name="connsiteY33" fmla="*/ 1713434 h 2654282"/>
                  <a:gd name="connsiteX34" fmla="*/ 1923028 w 3217557"/>
                  <a:gd name="connsiteY34" fmla="*/ 1713434 h 2654282"/>
                  <a:gd name="connsiteX35" fmla="*/ 3078958 w 3217557"/>
                  <a:gd name="connsiteY35" fmla="*/ 2077967 h 2654282"/>
                  <a:gd name="connsiteX36" fmla="*/ 2505887 w 3217557"/>
                  <a:gd name="connsiteY36" fmla="*/ 1713434 h 2654282"/>
                  <a:gd name="connsiteX37" fmla="*/ 2886641 w 3217557"/>
                  <a:gd name="connsiteY37" fmla="*/ 1713434 h 2654282"/>
                  <a:gd name="connsiteX38" fmla="*/ 3217557 w 3217557"/>
                  <a:gd name="connsiteY38" fmla="*/ 1382518 h 2654282"/>
                  <a:gd name="connsiteX39" fmla="*/ 3217557 w 3217557"/>
                  <a:gd name="connsiteY39" fmla="*/ 330916 h 2654282"/>
                  <a:gd name="connsiteX40" fmla="*/ 2886641 w 3217557"/>
                  <a:gd name="connsiteY40" fmla="*/ 0 h 2654282"/>
                  <a:gd name="connsiteX0" fmla="*/ 1384251 w 3217557"/>
                  <a:gd name="connsiteY0" fmla="*/ 661544 h 2654282"/>
                  <a:gd name="connsiteX1" fmla="*/ 1574067 w 3217557"/>
                  <a:gd name="connsiteY1" fmla="*/ 851360 h 2654282"/>
                  <a:gd name="connsiteX2" fmla="*/ 1384251 w 3217557"/>
                  <a:gd name="connsiteY2" fmla="*/ 1041176 h 2654282"/>
                  <a:gd name="connsiteX3" fmla="*/ 1194435 w 3217557"/>
                  <a:gd name="connsiteY3" fmla="*/ 851360 h 2654282"/>
                  <a:gd name="connsiteX4" fmla="*/ 1384251 w 3217557"/>
                  <a:gd name="connsiteY4" fmla="*/ 661544 h 2654282"/>
                  <a:gd name="connsiteX5" fmla="*/ 1993421 w 3217557"/>
                  <a:gd name="connsiteY5" fmla="*/ 661544 h 2654282"/>
                  <a:gd name="connsiteX6" fmla="*/ 2183237 w 3217557"/>
                  <a:gd name="connsiteY6" fmla="*/ 851360 h 2654282"/>
                  <a:gd name="connsiteX7" fmla="*/ 1993421 w 3217557"/>
                  <a:gd name="connsiteY7" fmla="*/ 1041176 h 2654282"/>
                  <a:gd name="connsiteX8" fmla="*/ 1803605 w 3217557"/>
                  <a:gd name="connsiteY8" fmla="*/ 851360 h 2654282"/>
                  <a:gd name="connsiteX9" fmla="*/ 1993421 w 3217557"/>
                  <a:gd name="connsiteY9" fmla="*/ 661544 h 2654282"/>
                  <a:gd name="connsiteX10" fmla="*/ 2602591 w 3217557"/>
                  <a:gd name="connsiteY10" fmla="*/ 661544 h 2654282"/>
                  <a:gd name="connsiteX11" fmla="*/ 2792407 w 3217557"/>
                  <a:gd name="connsiteY11" fmla="*/ 851360 h 2654282"/>
                  <a:gd name="connsiteX12" fmla="*/ 2602591 w 3217557"/>
                  <a:gd name="connsiteY12" fmla="*/ 1041176 h 2654282"/>
                  <a:gd name="connsiteX13" fmla="*/ 2412775 w 3217557"/>
                  <a:gd name="connsiteY13" fmla="*/ 851360 h 2654282"/>
                  <a:gd name="connsiteX14" fmla="*/ 2602591 w 3217557"/>
                  <a:gd name="connsiteY14" fmla="*/ 661544 h 2654282"/>
                  <a:gd name="connsiteX15" fmla="*/ 677114 w 3217557"/>
                  <a:gd name="connsiteY15" fmla="*/ 569491 h 2654282"/>
                  <a:gd name="connsiteX16" fmla="*/ 330916 w 3217557"/>
                  <a:gd name="connsiteY16" fmla="*/ 569491 h 2654282"/>
                  <a:gd name="connsiteX17" fmla="*/ 0 w 3217557"/>
                  <a:gd name="connsiteY17" fmla="*/ 900407 h 2654282"/>
                  <a:gd name="connsiteX18" fmla="*/ 0 w 3217557"/>
                  <a:gd name="connsiteY18" fmla="*/ 1952009 h 2654282"/>
                  <a:gd name="connsiteX19" fmla="*/ 330916 w 3217557"/>
                  <a:gd name="connsiteY19" fmla="*/ 2282925 h 2654282"/>
                  <a:gd name="connsiteX20" fmla="*/ 711670 w 3217557"/>
                  <a:gd name="connsiteY20" fmla="*/ 2282925 h 2654282"/>
                  <a:gd name="connsiteX21" fmla="*/ 275077 w 3217557"/>
                  <a:gd name="connsiteY21" fmla="*/ 2654282 h 2654282"/>
                  <a:gd name="connsiteX22" fmla="*/ 1294529 w 3217557"/>
                  <a:gd name="connsiteY22" fmla="*/ 2282925 h 2654282"/>
                  <a:gd name="connsiteX23" fmla="*/ 2117356 w 3217557"/>
                  <a:gd name="connsiteY23" fmla="*/ 2282925 h 2654282"/>
                  <a:gd name="connsiteX24" fmla="*/ 2418395 w 3217557"/>
                  <a:gd name="connsiteY24" fmla="*/ 2087951 h 2654282"/>
                  <a:gd name="connsiteX25" fmla="*/ 1830857 w 3217557"/>
                  <a:gd name="connsiteY25" fmla="*/ 1799347 h 2654282"/>
                  <a:gd name="connsiteX26" fmla="*/ 1008030 w 3217557"/>
                  <a:gd name="connsiteY26" fmla="*/ 1799347 h 2654282"/>
                  <a:gd name="connsiteX27" fmla="*/ 677114 w 3217557"/>
                  <a:gd name="connsiteY27" fmla="*/ 1468431 h 2654282"/>
                  <a:gd name="connsiteX28" fmla="*/ 677114 w 3217557"/>
                  <a:gd name="connsiteY28" fmla="*/ 569491 h 2654282"/>
                  <a:gd name="connsiteX29" fmla="*/ 2886641 w 3217557"/>
                  <a:gd name="connsiteY29" fmla="*/ 0 h 2654282"/>
                  <a:gd name="connsiteX30" fmla="*/ 1100201 w 3217557"/>
                  <a:gd name="connsiteY30" fmla="*/ 0 h 2654282"/>
                  <a:gd name="connsiteX31" fmla="*/ 769285 w 3217557"/>
                  <a:gd name="connsiteY31" fmla="*/ 330916 h 2654282"/>
                  <a:gd name="connsiteX32" fmla="*/ 769285 w 3217557"/>
                  <a:gd name="connsiteY32" fmla="*/ 1382518 h 2654282"/>
                  <a:gd name="connsiteX33" fmla="*/ 1100201 w 3217557"/>
                  <a:gd name="connsiteY33" fmla="*/ 1713434 h 2654282"/>
                  <a:gd name="connsiteX34" fmla="*/ 1923028 w 3217557"/>
                  <a:gd name="connsiteY34" fmla="*/ 1713434 h 2654282"/>
                  <a:gd name="connsiteX35" fmla="*/ 3078958 w 3217557"/>
                  <a:gd name="connsiteY35" fmla="*/ 2077967 h 2654282"/>
                  <a:gd name="connsiteX36" fmla="*/ 2505887 w 3217557"/>
                  <a:gd name="connsiteY36" fmla="*/ 1713434 h 2654282"/>
                  <a:gd name="connsiteX37" fmla="*/ 2886641 w 3217557"/>
                  <a:gd name="connsiteY37" fmla="*/ 1713434 h 2654282"/>
                  <a:gd name="connsiteX38" fmla="*/ 3217557 w 3217557"/>
                  <a:gd name="connsiteY38" fmla="*/ 1382518 h 2654282"/>
                  <a:gd name="connsiteX39" fmla="*/ 3217557 w 3217557"/>
                  <a:gd name="connsiteY39" fmla="*/ 330916 h 2654282"/>
                  <a:gd name="connsiteX40" fmla="*/ 2886641 w 3217557"/>
                  <a:gd name="connsiteY40" fmla="*/ 0 h 2654282"/>
                  <a:gd name="connsiteX0" fmla="*/ 1384251 w 3217557"/>
                  <a:gd name="connsiteY0" fmla="*/ 661544 h 2654282"/>
                  <a:gd name="connsiteX1" fmla="*/ 1574067 w 3217557"/>
                  <a:gd name="connsiteY1" fmla="*/ 851360 h 2654282"/>
                  <a:gd name="connsiteX2" fmla="*/ 1384251 w 3217557"/>
                  <a:gd name="connsiteY2" fmla="*/ 1041176 h 2654282"/>
                  <a:gd name="connsiteX3" fmla="*/ 1194435 w 3217557"/>
                  <a:gd name="connsiteY3" fmla="*/ 851360 h 2654282"/>
                  <a:gd name="connsiteX4" fmla="*/ 1384251 w 3217557"/>
                  <a:gd name="connsiteY4" fmla="*/ 661544 h 2654282"/>
                  <a:gd name="connsiteX5" fmla="*/ 1993421 w 3217557"/>
                  <a:gd name="connsiteY5" fmla="*/ 661544 h 2654282"/>
                  <a:gd name="connsiteX6" fmla="*/ 2183237 w 3217557"/>
                  <a:gd name="connsiteY6" fmla="*/ 851360 h 2654282"/>
                  <a:gd name="connsiteX7" fmla="*/ 1993421 w 3217557"/>
                  <a:gd name="connsiteY7" fmla="*/ 1041176 h 2654282"/>
                  <a:gd name="connsiteX8" fmla="*/ 1803605 w 3217557"/>
                  <a:gd name="connsiteY8" fmla="*/ 851360 h 2654282"/>
                  <a:gd name="connsiteX9" fmla="*/ 1993421 w 3217557"/>
                  <a:gd name="connsiteY9" fmla="*/ 661544 h 2654282"/>
                  <a:gd name="connsiteX10" fmla="*/ 2602591 w 3217557"/>
                  <a:gd name="connsiteY10" fmla="*/ 661544 h 2654282"/>
                  <a:gd name="connsiteX11" fmla="*/ 2792407 w 3217557"/>
                  <a:gd name="connsiteY11" fmla="*/ 851360 h 2654282"/>
                  <a:gd name="connsiteX12" fmla="*/ 2602591 w 3217557"/>
                  <a:gd name="connsiteY12" fmla="*/ 1041176 h 2654282"/>
                  <a:gd name="connsiteX13" fmla="*/ 2412775 w 3217557"/>
                  <a:gd name="connsiteY13" fmla="*/ 851360 h 2654282"/>
                  <a:gd name="connsiteX14" fmla="*/ 2602591 w 3217557"/>
                  <a:gd name="connsiteY14" fmla="*/ 661544 h 2654282"/>
                  <a:gd name="connsiteX15" fmla="*/ 677114 w 3217557"/>
                  <a:gd name="connsiteY15" fmla="*/ 569491 h 2654282"/>
                  <a:gd name="connsiteX16" fmla="*/ 330916 w 3217557"/>
                  <a:gd name="connsiteY16" fmla="*/ 569491 h 2654282"/>
                  <a:gd name="connsiteX17" fmla="*/ 0 w 3217557"/>
                  <a:gd name="connsiteY17" fmla="*/ 900407 h 2654282"/>
                  <a:gd name="connsiteX18" fmla="*/ 0 w 3217557"/>
                  <a:gd name="connsiteY18" fmla="*/ 1952009 h 2654282"/>
                  <a:gd name="connsiteX19" fmla="*/ 330916 w 3217557"/>
                  <a:gd name="connsiteY19" fmla="*/ 2282925 h 2654282"/>
                  <a:gd name="connsiteX20" fmla="*/ 711670 w 3217557"/>
                  <a:gd name="connsiteY20" fmla="*/ 2282925 h 2654282"/>
                  <a:gd name="connsiteX21" fmla="*/ 275077 w 3217557"/>
                  <a:gd name="connsiteY21" fmla="*/ 2654282 h 2654282"/>
                  <a:gd name="connsiteX22" fmla="*/ 1294529 w 3217557"/>
                  <a:gd name="connsiteY22" fmla="*/ 2282925 h 2654282"/>
                  <a:gd name="connsiteX23" fmla="*/ 2117356 w 3217557"/>
                  <a:gd name="connsiteY23" fmla="*/ 2282925 h 2654282"/>
                  <a:gd name="connsiteX24" fmla="*/ 2418395 w 3217557"/>
                  <a:gd name="connsiteY24" fmla="*/ 2087951 h 2654282"/>
                  <a:gd name="connsiteX25" fmla="*/ 1830857 w 3217557"/>
                  <a:gd name="connsiteY25" fmla="*/ 1799347 h 2654282"/>
                  <a:gd name="connsiteX26" fmla="*/ 1008030 w 3217557"/>
                  <a:gd name="connsiteY26" fmla="*/ 1799347 h 2654282"/>
                  <a:gd name="connsiteX27" fmla="*/ 677114 w 3217557"/>
                  <a:gd name="connsiteY27" fmla="*/ 1468431 h 2654282"/>
                  <a:gd name="connsiteX28" fmla="*/ 677114 w 3217557"/>
                  <a:gd name="connsiteY28" fmla="*/ 569491 h 2654282"/>
                  <a:gd name="connsiteX29" fmla="*/ 2886641 w 3217557"/>
                  <a:gd name="connsiteY29" fmla="*/ 0 h 2654282"/>
                  <a:gd name="connsiteX30" fmla="*/ 1100201 w 3217557"/>
                  <a:gd name="connsiteY30" fmla="*/ 0 h 2654282"/>
                  <a:gd name="connsiteX31" fmla="*/ 769285 w 3217557"/>
                  <a:gd name="connsiteY31" fmla="*/ 330916 h 2654282"/>
                  <a:gd name="connsiteX32" fmla="*/ 769285 w 3217557"/>
                  <a:gd name="connsiteY32" fmla="*/ 1382518 h 2654282"/>
                  <a:gd name="connsiteX33" fmla="*/ 1100201 w 3217557"/>
                  <a:gd name="connsiteY33" fmla="*/ 1713434 h 2654282"/>
                  <a:gd name="connsiteX34" fmla="*/ 1923028 w 3217557"/>
                  <a:gd name="connsiteY34" fmla="*/ 1713434 h 2654282"/>
                  <a:gd name="connsiteX35" fmla="*/ 3078958 w 3217557"/>
                  <a:gd name="connsiteY35" fmla="*/ 2077967 h 2654282"/>
                  <a:gd name="connsiteX36" fmla="*/ 2505887 w 3217557"/>
                  <a:gd name="connsiteY36" fmla="*/ 1713434 h 2654282"/>
                  <a:gd name="connsiteX37" fmla="*/ 2886641 w 3217557"/>
                  <a:gd name="connsiteY37" fmla="*/ 1713434 h 2654282"/>
                  <a:gd name="connsiteX38" fmla="*/ 3217557 w 3217557"/>
                  <a:gd name="connsiteY38" fmla="*/ 1382518 h 2654282"/>
                  <a:gd name="connsiteX39" fmla="*/ 3217557 w 3217557"/>
                  <a:gd name="connsiteY39" fmla="*/ 330916 h 2654282"/>
                  <a:gd name="connsiteX40" fmla="*/ 2886641 w 3217557"/>
                  <a:gd name="connsiteY40" fmla="*/ 0 h 2654282"/>
                  <a:gd name="connsiteX0" fmla="*/ 1384251 w 3217557"/>
                  <a:gd name="connsiteY0" fmla="*/ 661544 h 2654282"/>
                  <a:gd name="connsiteX1" fmla="*/ 1574067 w 3217557"/>
                  <a:gd name="connsiteY1" fmla="*/ 851360 h 2654282"/>
                  <a:gd name="connsiteX2" fmla="*/ 1384251 w 3217557"/>
                  <a:gd name="connsiteY2" fmla="*/ 1041176 h 2654282"/>
                  <a:gd name="connsiteX3" fmla="*/ 1194435 w 3217557"/>
                  <a:gd name="connsiteY3" fmla="*/ 851360 h 2654282"/>
                  <a:gd name="connsiteX4" fmla="*/ 1384251 w 3217557"/>
                  <a:gd name="connsiteY4" fmla="*/ 661544 h 2654282"/>
                  <a:gd name="connsiteX5" fmla="*/ 1993421 w 3217557"/>
                  <a:gd name="connsiteY5" fmla="*/ 661544 h 2654282"/>
                  <a:gd name="connsiteX6" fmla="*/ 2183237 w 3217557"/>
                  <a:gd name="connsiteY6" fmla="*/ 851360 h 2654282"/>
                  <a:gd name="connsiteX7" fmla="*/ 1993421 w 3217557"/>
                  <a:gd name="connsiteY7" fmla="*/ 1041176 h 2654282"/>
                  <a:gd name="connsiteX8" fmla="*/ 1803605 w 3217557"/>
                  <a:gd name="connsiteY8" fmla="*/ 851360 h 2654282"/>
                  <a:gd name="connsiteX9" fmla="*/ 1993421 w 3217557"/>
                  <a:gd name="connsiteY9" fmla="*/ 661544 h 2654282"/>
                  <a:gd name="connsiteX10" fmla="*/ 2602591 w 3217557"/>
                  <a:gd name="connsiteY10" fmla="*/ 661544 h 2654282"/>
                  <a:gd name="connsiteX11" fmla="*/ 2792407 w 3217557"/>
                  <a:gd name="connsiteY11" fmla="*/ 851360 h 2654282"/>
                  <a:gd name="connsiteX12" fmla="*/ 2602591 w 3217557"/>
                  <a:gd name="connsiteY12" fmla="*/ 1041176 h 2654282"/>
                  <a:gd name="connsiteX13" fmla="*/ 2412775 w 3217557"/>
                  <a:gd name="connsiteY13" fmla="*/ 851360 h 2654282"/>
                  <a:gd name="connsiteX14" fmla="*/ 2602591 w 3217557"/>
                  <a:gd name="connsiteY14" fmla="*/ 661544 h 2654282"/>
                  <a:gd name="connsiteX15" fmla="*/ 677114 w 3217557"/>
                  <a:gd name="connsiteY15" fmla="*/ 569491 h 2654282"/>
                  <a:gd name="connsiteX16" fmla="*/ 330916 w 3217557"/>
                  <a:gd name="connsiteY16" fmla="*/ 569491 h 2654282"/>
                  <a:gd name="connsiteX17" fmla="*/ 0 w 3217557"/>
                  <a:gd name="connsiteY17" fmla="*/ 900407 h 2654282"/>
                  <a:gd name="connsiteX18" fmla="*/ 0 w 3217557"/>
                  <a:gd name="connsiteY18" fmla="*/ 1952009 h 2654282"/>
                  <a:gd name="connsiteX19" fmla="*/ 330916 w 3217557"/>
                  <a:gd name="connsiteY19" fmla="*/ 2282925 h 2654282"/>
                  <a:gd name="connsiteX20" fmla="*/ 711670 w 3217557"/>
                  <a:gd name="connsiteY20" fmla="*/ 2282925 h 2654282"/>
                  <a:gd name="connsiteX21" fmla="*/ 275077 w 3217557"/>
                  <a:gd name="connsiteY21" fmla="*/ 2654282 h 2654282"/>
                  <a:gd name="connsiteX22" fmla="*/ 1294529 w 3217557"/>
                  <a:gd name="connsiteY22" fmla="*/ 2282925 h 2654282"/>
                  <a:gd name="connsiteX23" fmla="*/ 2117356 w 3217557"/>
                  <a:gd name="connsiteY23" fmla="*/ 2282925 h 2654282"/>
                  <a:gd name="connsiteX24" fmla="*/ 2418395 w 3217557"/>
                  <a:gd name="connsiteY24" fmla="*/ 2087951 h 2654282"/>
                  <a:gd name="connsiteX25" fmla="*/ 1830857 w 3217557"/>
                  <a:gd name="connsiteY25" fmla="*/ 1799347 h 2654282"/>
                  <a:gd name="connsiteX26" fmla="*/ 1008030 w 3217557"/>
                  <a:gd name="connsiteY26" fmla="*/ 1799347 h 2654282"/>
                  <a:gd name="connsiteX27" fmla="*/ 677114 w 3217557"/>
                  <a:gd name="connsiteY27" fmla="*/ 1468431 h 2654282"/>
                  <a:gd name="connsiteX28" fmla="*/ 677114 w 3217557"/>
                  <a:gd name="connsiteY28" fmla="*/ 569491 h 2654282"/>
                  <a:gd name="connsiteX29" fmla="*/ 2886641 w 3217557"/>
                  <a:gd name="connsiteY29" fmla="*/ 0 h 2654282"/>
                  <a:gd name="connsiteX30" fmla="*/ 1100201 w 3217557"/>
                  <a:gd name="connsiteY30" fmla="*/ 0 h 2654282"/>
                  <a:gd name="connsiteX31" fmla="*/ 769285 w 3217557"/>
                  <a:gd name="connsiteY31" fmla="*/ 330916 h 2654282"/>
                  <a:gd name="connsiteX32" fmla="*/ 769285 w 3217557"/>
                  <a:gd name="connsiteY32" fmla="*/ 1382518 h 2654282"/>
                  <a:gd name="connsiteX33" fmla="*/ 1100201 w 3217557"/>
                  <a:gd name="connsiteY33" fmla="*/ 1713434 h 2654282"/>
                  <a:gd name="connsiteX34" fmla="*/ 1923028 w 3217557"/>
                  <a:gd name="connsiteY34" fmla="*/ 1713434 h 2654282"/>
                  <a:gd name="connsiteX35" fmla="*/ 3078958 w 3217557"/>
                  <a:gd name="connsiteY35" fmla="*/ 2077967 h 2654282"/>
                  <a:gd name="connsiteX36" fmla="*/ 2505887 w 3217557"/>
                  <a:gd name="connsiteY36" fmla="*/ 1713434 h 2654282"/>
                  <a:gd name="connsiteX37" fmla="*/ 2886641 w 3217557"/>
                  <a:gd name="connsiteY37" fmla="*/ 1713434 h 2654282"/>
                  <a:gd name="connsiteX38" fmla="*/ 3217557 w 3217557"/>
                  <a:gd name="connsiteY38" fmla="*/ 1382518 h 2654282"/>
                  <a:gd name="connsiteX39" fmla="*/ 3217557 w 3217557"/>
                  <a:gd name="connsiteY39" fmla="*/ 330916 h 2654282"/>
                  <a:gd name="connsiteX40" fmla="*/ 2886641 w 3217557"/>
                  <a:gd name="connsiteY40" fmla="*/ 0 h 26542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3217557" h="2654282">
                    <a:moveTo>
                      <a:pt x="1384251" y="661544"/>
                    </a:moveTo>
                    <a:cubicBezTo>
                      <a:pt x="1489083" y="661544"/>
                      <a:pt x="1574067" y="746528"/>
                      <a:pt x="1574067" y="851360"/>
                    </a:cubicBezTo>
                    <a:cubicBezTo>
                      <a:pt x="1574067" y="956192"/>
                      <a:pt x="1489083" y="1041176"/>
                      <a:pt x="1384251" y="1041176"/>
                    </a:cubicBezTo>
                    <a:cubicBezTo>
                      <a:pt x="1279419" y="1041176"/>
                      <a:pt x="1194435" y="956192"/>
                      <a:pt x="1194435" y="851360"/>
                    </a:cubicBezTo>
                    <a:cubicBezTo>
                      <a:pt x="1194435" y="746528"/>
                      <a:pt x="1279419" y="661544"/>
                      <a:pt x="1384251" y="661544"/>
                    </a:cubicBezTo>
                    <a:close/>
                    <a:moveTo>
                      <a:pt x="1993421" y="661544"/>
                    </a:moveTo>
                    <a:cubicBezTo>
                      <a:pt x="2098253" y="661544"/>
                      <a:pt x="2183237" y="746528"/>
                      <a:pt x="2183237" y="851360"/>
                    </a:cubicBezTo>
                    <a:cubicBezTo>
                      <a:pt x="2183237" y="956192"/>
                      <a:pt x="2098253" y="1041176"/>
                      <a:pt x="1993421" y="1041176"/>
                    </a:cubicBezTo>
                    <a:cubicBezTo>
                      <a:pt x="1888589" y="1041176"/>
                      <a:pt x="1803605" y="956192"/>
                      <a:pt x="1803605" y="851360"/>
                    </a:cubicBezTo>
                    <a:cubicBezTo>
                      <a:pt x="1803605" y="746528"/>
                      <a:pt x="1888589" y="661544"/>
                      <a:pt x="1993421" y="661544"/>
                    </a:cubicBezTo>
                    <a:close/>
                    <a:moveTo>
                      <a:pt x="2602591" y="661544"/>
                    </a:moveTo>
                    <a:cubicBezTo>
                      <a:pt x="2707423" y="661544"/>
                      <a:pt x="2792407" y="746528"/>
                      <a:pt x="2792407" y="851360"/>
                    </a:cubicBezTo>
                    <a:cubicBezTo>
                      <a:pt x="2792407" y="956192"/>
                      <a:pt x="2707423" y="1041176"/>
                      <a:pt x="2602591" y="1041176"/>
                    </a:cubicBezTo>
                    <a:cubicBezTo>
                      <a:pt x="2497759" y="1041176"/>
                      <a:pt x="2412775" y="956192"/>
                      <a:pt x="2412775" y="851360"/>
                    </a:cubicBezTo>
                    <a:cubicBezTo>
                      <a:pt x="2412775" y="746528"/>
                      <a:pt x="2497759" y="661544"/>
                      <a:pt x="2602591" y="661544"/>
                    </a:cubicBezTo>
                    <a:close/>
                    <a:moveTo>
                      <a:pt x="677114" y="569491"/>
                    </a:moveTo>
                    <a:lnTo>
                      <a:pt x="330916" y="569491"/>
                    </a:lnTo>
                    <a:cubicBezTo>
                      <a:pt x="148156" y="569491"/>
                      <a:pt x="0" y="717647"/>
                      <a:pt x="0" y="900407"/>
                    </a:cubicBezTo>
                    <a:lnTo>
                      <a:pt x="0" y="1952009"/>
                    </a:lnTo>
                    <a:cubicBezTo>
                      <a:pt x="0" y="2134769"/>
                      <a:pt x="148156" y="2282925"/>
                      <a:pt x="330916" y="2282925"/>
                    </a:cubicBezTo>
                    <a:lnTo>
                      <a:pt x="711670" y="2282925"/>
                    </a:lnTo>
                    <a:cubicBezTo>
                      <a:pt x="639726" y="2394386"/>
                      <a:pt x="647101" y="2475544"/>
                      <a:pt x="275077" y="2654282"/>
                    </a:cubicBezTo>
                    <a:cubicBezTo>
                      <a:pt x="900998" y="2583693"/>
                      <a:pt x="998412" y="2552618"/>
                      <a:pt x="1294529" y="2282925"/>
                    </a:cubicBezTo>
                    <a:lnTo>
                      <a:pt x="2117356" y="2282925"/>
                    </a:lnTo>
                    <a:cubicBezTo>
                      <a:pt x="2251554" y="2282925"/>
                      <a:pt x="2367095" y="2203043"/>
                      <a:pt x="2418395" y="2087951"/>
                    </a:cubicBezTo>
                    <a:cubicBezTo>
                      <a:pt x="2205538" y="2022975"/>
                      <a:pt x="2032941" y="1932583"/>
                      <a:pt x="1830857" y="1799347"/>
                    </a:cubicBezTo>
                    <a:lnTo>
                      <a:pt x="1008030" y="1799347"/>
                    </a:lnTo>
                    <a:cubicBezTo>
                      <a:pt x="825270" y="1799347"/>
                      <a:pt x="677114" y="1651191"/>
                      <a:pt x="677114" y="1468431"/>
                    </a:cubicBezTo>
                    <a:lnTo>
                      <a:pt x="677114" y="569491"/>
                    </a:lnTo>
                    <a:close/>
                    <a:moveTo>
                      <a:pt x="2886641" y="0"/>
                    </a:moveTo>
                    <a:lnTo>
                      <a:pt x="1100201" y="0"/>
                    </a:lnTo>
                    <a:cubicBezTo>
                      <a:pt x="917441" y="0"/>
                      <a:pt x="769285" y="148156"/>
                      <a:pt x="769285" y="330916"/>
                    </a:cubicBezTo>
                    <a:lnTo>
                      <a:pt x="769285" y="1382518"/>
                    </a:lnTo>
                    <a:cubicBezTo>
                      <a:pt x="769285" y="1565278"/>
                      <a:pt x="917441" y="1713434"/>
                      <a:pt x="1100201" y="1713434"/>
                    </a:cubicBezTo>
                    <a:lnTo>
                      <a:pt x="1923028" y="1713434"/>
                    </a:lnTo>
                    <a:cubicBezTo>
                      <a:pt x="2301032" y="1962656"/>
                      <a:pt x="2453037" y="2007378"/>
                      <a:pt x="3078958" y="2077967"/>
                    </a:cubicBezTo>
                    <a:cubicBezTo>
                      <a:pt x="2713759" y="1878758"/>
                      <a:pt x="2673367" y="1899957"/>
                      <a:pt x="2505887" y="1713434"/>
                    </a:cubicBezTo>
                    <a:lnTo>
                      <a:pt x="2886641" y="1713434"/>
                    </a:lnTo>
                    <a:cubicBezTo>
                      <a:pt x="3069401" y="1713434"/>
                      <a:pt x="3217557" y="1565278"/>
                      <a:pt x="3217557" y="1382518"/>
                    </a:cubicBezTo>
                    <a:lnTo>
                      <a:pt x="3217557" y="330916"/>
                    </a:lnTo>
                    <a:cubicBezTo>
                      <a:pt x="3217557" y="148156"/>
                      <a:pt x="3069401" y="0"/>
                      <a:pt x="288664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dirty="0">
                  <a:solidFill>
                    <a:schemeClr val="accent6"/>
                  </a:solidFill>
                </a:endParaRPr>
              </a:p>
            </p:txBody>
          </p:sp>
          <p:sp>
            <p:nvSpPr>
              <p:cNvPr id="13" name="Teardrop 1">
                <a:extLst>
                  <a:ext uri="{FF2B5EF4-FFF2-40B4-BE49-F238E27FC236}">
                    <a16:creationId xmlns:a16="http://schemas.microsoft.com/office/drawing/2014/main" id="{7EECA468-B3E9-4750-A679-AF8CCC0EE6C5}"/>
                  </a:ext>
                </a:extLst>
              </p:cNvPr>
              <p:cNvSpPr/>
              <p:nvPr/>
            </p:nvSpPr>
            <p:spPr>
              <a:xfrm rot="18805991">
                <a:off x="4134223" y="2605681"/>
                <a:ext cx="348602" cy="344965"/>
              </a:xfrm>
              <a:custGeom>
                <a:avLst/>
                <a:gdLst/>
                <a:ahLst/>
                <a:cxnLst/>
                <a:rect l="l" t="t" r="r" b="b"/>
                <a:pathLst>
                  <a:path w="1807241" h="1788383">
                    <a:moveTo>
                      <a:pt x="712876" y="1117592"/>
                    </a:moveTo>
                    <a:cubicBezTo>
                      <a:pt x="771173" y="1181828"/>
                      <a:pt x="811089" y="1255910"/>
                      <a:pt x="847925" y="1348018"/>
                    </a:cubicBezTo>
                    <a:cubicBezTo>
                      <a:pt x="814544" y="1418896"/>
                      <a:pt x="753893" y="1474052"/>
                      <a:pt x="679064" y="1498332"/>
                    </a:cubicBezTo>
                    <a:lnTo>
                      <a:pt x="308226" y="1106637"/>
                    </a:lnTo>
                    <a:cubicBezTo>
                      <a:pt x="336560" y="1033247"/>
                      <a:pt x="394949" y="975701"/>
                      <a:pt x="467546" y="946245"/>
                    </a:cubicBezTo>
                    <a:cubicBezTo>
                      <a:pt x="577903" y="998968"/>
                      <a:pt x="654580" y="1053357"/>
                      <a:pt x="712876" y="1117592"/>
                    </a:cubicBezTo>
                    <a:close/>
                    <a:moveTo>
                      <a:pt x="1038527" y="398886"/>
                    </a:moveTo>
                    <a:lnTo>
                      <a:pt x="1405560" y="786562"/>
                    </a:lnTo>
                    <a:cubicBezTo>
                      <a:pt x="1374476" y="799049"/>
                      <a:pt x="1340402" y="804299"/>
                      <a:pt x="1305054" y="803332"/>
                    </a:cubicBezTo>
                    <a:lnTo>
                      <a:pt x="1008167" y="795212"/>
                    </a:lnTo>
                    <a:lnTo>
                      <a:pt x="1016288" y="498325"/>
                    </a:lnTo>
                    <a:cubicBezTo>
                      <a:pt x="1017255" y="462976"/>
                      <a:pt x="1024360" y="429240"/>
                      <a:pt x="1038527" y="398886"/>
                    </a:cubicBezTo>
                    <a:close/>
                    <a:moveTo>
                      <a:pt x="1097925" y="218888"/>
                    </a:moveTo>
                    <a:cubicBezTo>
                      <a:pt x="992582" y="279303"/>
                      <a:pt x="921871" y="392886"/>
                      <a:pt x="921053" y="523256"/>
                    </a:cubicBezTo>
                    <a:lnTo>
                      <a:pt x="919136" y="828763"/>
                    </a:lnTo>
                    <a:lnTo>
                      <a:pt x="830924" y="915875"/>
                    </a:lnTo>
                    <a:lnTo>
                      <a:pt x="525417" y="913958"/>
                    </a:lnTo>
                    <a:cubicBezTo>
                      <a:pt x="403891" y="913196"/>
                      <a:pt x="296188" y="973343"/>
                      <a:pt x="234366" y="1067831"/>
                    </a:cubicBezTo>
                    <a:lnTo>
                      <a:pt x="710285" y="1570519"/>
                    </a:lnTo>
                    <a:cubicBezTo>
                      <a:pt x="811872" y="1510375"/>
                      <a:pt x="878808" y="1399439"/>
                      <a:pt x="879603" y="1272618"/>
                    </a:cubicBezTo>
                    <a:lnTo>
                      <a:pt x="881520" y="967111"/>
                    </a:lnTo>
                    <a:lnTo>
                      <a:pt x="969732" y="879999"/>
                    </a:lnTo>
                    <a:lnTo>
                      <a:pt x="1275239" y="881916"/>
                    </a:lnTo>
                    <a:cubicBezTo>
                      <a:pt x="1400271" y="882701"/>
                      <a:pt x="1510670" y="819011"/>
                      <a:pt x="1573529" y="721242"/>
                    </a:cubicBezTo>
                    <a:close/>
                    <a:moveTo>
                      <a:pt x="1162945" y="27894"/>
                    </a:moveTo>
                    <a:lnTo>
                      <a:pt x="1782798" y="682611"/>
                    </a:lnTo>
                    <a:cubicBezTo>
                      <a:pt x="1816692" y="718411"/>
                      <a:pt x="1815147" y="774907"/>
                      <a:pt x="1779347" y="808801"/>
                    </a:cubicBezTo>
                    <a:cubicBezTo>
                      <a:pt x="1743547" y="842694"/>
                      <a:pt x="1687050" y="841149"/>
                      <a:pt x="1653157" y="805349"/>
                    </a:cubicBezTo>
                    <a:lnTo>
                      <a:pt x="1644015" y="795693"/>
                    </a:lnTo>
                    <a:cubicBezTo>
                      <a:pt x="1561789" y="910282"/>
                      <a:pt x="1426630" y="983636"/>
                      <a:pt x="1274606" y="982683"/>
                    </a:cubicBezTo>
                    <a:lnTo>
                      <a:pt x="980378" y="980836"/>
                    </a:lnTo>
                    <a:lnTo>
                      <a:pt x="980378" y="1270380"/>
                    </a:lnTo>
                    <a:cubicBezTo>
                      <a:pt x="980378" y="1427425"/>
                      <a:pt x="901198" y="1565976"/>
                      <a:pt x="779756" y="1647056"/>
                    </a:cubicBezTo>
                    <a:cubicBezTo>
                      <a:pt x="807405" y="1681913"/>
                      <a:pt x="803595" y="1732594"/>
                      <a:pt x="770486" y="1763941"/>
                    </a:cubicBezTo>
                    <a:cubicBezTo>
                      <a:pt x="734686" y="1797834"/>
                      <a:pt x="678189" y="1796289"/>
                      <a:pt x="644296" y="1760489"/>
                    </a:cubicBezTo>
                    <a:lnTo>
                      <a:pt x="24442" y="1105772"/>
                    </a:lnTo>
                    <a:cubicBezTo>
                      <a:pt x="-9451" y="1069973"/>
                      <a:pt x="-7906" y="1013476"/>
                      <a:pt x="27894" y="979583"/>
                    </a:cubicBezTo>
                    <a:cubicBezTo>
                      <a:pt x="63694" y="945689"/>
                      <a:pt x="120190" y="947235"/>
                      <a:pt x="154084" y="983034"/>
                    </a:cubicBezTo>
                    <a:lnTo>
                      <a:pt x="163237" y="992702"/>
                    </a:lnTo>
                    <a:cubicBezTo>
                      <a:pt x="244774" y="882877"/>
                      <a:pt x="375836" y="813180"/>
                      <a:pt x="523178" y="813180"/>
                    </a:cubicBezTo>
                    <a:lnTo>
                      <a:pt x="818460" y="813180"/>
                    </a:lnTo>
                    <a:lnTo>
                      <a:pt x="820284" y="522622"/>
                    </a:lnTo>
                    <a:cubicBezTo>
                      <a:pt x="821285" y="363119"/>
                      <a:pt x="903845" y="223207"/>
                      <a:pt x="1028952" y="143673"/>
                    </a:cubicBezTo>
                    <a:cubicBezTo>
                      <a:pt x="999689" y="108599"/>
                      <a:pt x="1002953" y="56445"/>
                      <a:pt x="1036755" y="24443"/>
                    </a:cubicBezTo>
                    <a:cubicBezTo>
                      <a:pt x="1072555" y="-9451"/>
                      <a:pt x="1129052" y="-7906"/>
                      <a:pt x="1162945" y="2789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Round Same Side Corner Rectangle 11">
                <a:extLst>
                  <a:ext uri="{FF2B5EF4-FFF2-40B4-BE49-F238E27FC236}">
                    <a16:creationId xmlns:a16="http://schemas.microsoft.com/office/drawing/2014/main" id="{1D502C54-2B03-4746-B991-C8A713C1AC13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9900000">
                <a:off x="3552323" y="1677101"/>
                <a:ext cx="368635" cy="313085"/>
              </a:xfrm>
              <a:custGeom>
                <a:avLst/>
                <a:gdLst/>
                <a:ahLst/>
                <a:cxnLst/>
                <a:rect l="l" t="t" r="r" b="b"/>
                <a:pathLst>
                  <a:path w="2911009" h="2472345">
                    <a:moveTo>
                      <a:pt x="2219598" y="1335309"/>
                    </a:moveTo>
                    <a:lnTo>
                      <a:pt x="2219598" y="1222573"/>
                    </a:lnTo>
                    <a:cubicBezTo>
                      <a:pt x="2219598" y="1176944"/>
                      <a:pt x="2241926" y="1136530"/>
                      <a:pt x="2277694" y="1113650"/>
                    </a:cubicBezTo>
                    <a:lnTo>
                      <a:pt x="2277694" y="137786"/>
                    </a:lnTo>
                    <a:cubicBezTo>
                      <a:pt x="2277694" y="61689"/>
                      <a:pt x="2339383" y="0"/>
                      <a:pt x="2415480" y="0"/>
                    </a:cubicBezTo>
                    <a:lnTo>
                      <a:pt x="2545196" y="0"/>
                    </a:lnTo>
                    <a:cubicBezTo>
                      <a:pt x="2621293" y="0"/>
                      <a:pt x="2682982" y="61689"/>
                      <a:pt x="2682982" y="137786"/>
                    </a:cubicBezTo>
                    <a:lnTo>
                      <a:pt x="2682982" y="1099067"/>
                    </a:lnTo>
                    <a:cubicBezTo>
                      <a:pt x="2730197" y="1120049"/>
                      <a:pt x="2762708" y="1167515"/>
                      <a:pt x="2762708" y="1222573"/>
                    </a:cubicBezTo>
                    <a:lnTo>
                      <a:pt x="2762708" y="1480834"/>
                    </a:lnTo>
                    <a:close/>
                    <a:moveTo>
                      <a:pt x="241900" y="1676361"/>
                    </a:moveTo>
                    <a:cubicBezTo>
                      <a:pt x="69371" y="1631107"/>
                      <a:pt x="-34146" y="1454930"/>
                      <a:pt x="10296" y="1282189"/>
                    </a:cubicBezTo>
                    <a:cubicBezTo>
                      <a:pt x="54739" y="1109449"/>
                      <a:pt x="230428" y="1005105"/>
                      <a:pt x="403375" y="1048736"/>
                    </a:cubicBezTo>
                    <a:cubicBezTo>
                      <a:pt x="349550" y="1257945"/>
                      <a:pt x="295726" y="1467153"/>
                      <a:pt x="241900" y="1676361"/>
                    </a:cubicBezTo>
                    <a:close/>
                    <a:moveTo>
                      <a:pt x="2578947" y="2467929"/>
                    </a:moveTo>
                    <a:lnTo>
                      <a:pt x="1957545" y="2301425"/>
                    </a:lnTo>
                    <a:lnTo>
                      <a:pt x="2194209" y="1418183"/>
                    </a:lnTo>
                    <a:lnTo>
                      <a:pt x="2815611" y="1584687"/>
                    </a:lnTo>
                    <a:cubicBezTo>
                      <a:pt x="2884250" y="1603079"/>
                      <a:pt x="2924985" y="1673632"/>
                      <a:pt x="2906593" y="1742272"/>
                    </a:cubicBezTo>
                    <a:lnTo>
                      <a:pt x="2736532" y="2376947"/>
                    </a:lnTo>
                    <a:cubicBezTo>
                      <a:pt x="2718140" y="2445587"/>
                      <a:pt x="2647586" y="2486321"/>
                      <a:pt x="2578947" y="2467929"/>
                    </a:cubicBezTo>
                    <a:close/>
                    <a:moveTo>
                      <a:pt x="610249" y="2287120"/>
                    </a:moveTo>
                    <a:lnTo>
                      <a:pt x="1020264" y="756923"/>
                    </a:lnTo>
                    <a:lnTo>
                      <a:pt x="2107356" y="1398691"/>
                    </a:lnTo>
                    <a:lnTo>
                      <a:pt x="1872582" y="2274879"/>
                    </a:lnTo>
                    <a:close/>
                    <a:moveTo>
                      <a:pt x="426016" y="2349577"/>
                    </a:moveTo>
                    <a:lnTo>
                      <a:pt x="243978" y="2300800"/>
                    </a:lnTo>
                    <a:cubicBezTo>
                      <a:pt x="205115" y="2290387"/>
                      <a:pt x="182051" y="2250439"/>
                      <a:pt x="192464" y="2211576"/>
                    </a:cubicBezTo>
                    <a:lnTo>
                      <a:pt x="620679" y="613455"/>
                    </a:lnTo>
                    <a:cubicBezTo>
                      <a:pt x="631093" y="574592"/>
                      <a:pt x="671040" y="551528"/>
                      <a:pt x="709903" y="561941"/>
                    </a:cubicBezTo>
                    <a:lnTo>
                      <a:pt x="891942" y="610718"/>
                    </a:lnTo>
                    <a:cubicBezTo>
                      <a:pt x="930805" y="621132"/>
                      <a:pt x="953869" y="661079"/>
                      <a:pt x="943455" y="699942"/>
                    </a:cubicBezTo>
                    <a:lnTo>
                      <a:pt x="515240" y="2298064"/>
                    </a:lnTo>
                    <a:cubicBezTo>
                      <a:pt x="504827" y="2336927"/>
                      <a:pt x="464879" y="2359990"/>
                      <a:pt x="426016" y="234957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dirty="0"/>
              </a:p>
            </p:txBody>
          </p:sp>
          <p:sp>
            <p:nvSpPr>
              <p:cNvPr id="15" name="Rounded Rectangle 27">
                <a:extLst>
                  <a:ext uri="{FF2B5EF4-FFF2-40B4-BE49-F238E27FC236}">
                    <a16:creationId xmlns:a16="http://schemas.microsoft.com/office/drawing/2014/main" id="{3A6E6986-97C8-4806-8C0C-CB31A666AEAD}"/>
                  </a:ext>
                </a:extLst>
              </p:cNvPr>
              <p:cNvSpPr/>
              <p:nvPr/>
            </p:nvSpPr>
            <p:spPr>
              <a:xfrm>
                <a:off x="5434451" y="2662284"/>
                <a:ext cx="332491" cy="255397"/>
              </a:xfrm>
              <a:custGeom>
                <a:avLst/>
                <a:gdLst/>
                <a:ahLst/>
                <a:cxnLst/>
                <a:rect l="l" t="t" r="r" b="b"/>
                <a:pathLst>
                  <a:path w="3186824" h="2447912">
                    <a:moveTo>
                      <a:pt x="1917737" y="1021643"/>
                    </a:moveTo>
                    <a:cubicBezTo>
                      <a:pt x="2188548" y="1021643"/>
                      <a:pt x="2408083" y="1241178"/>
                      <a:pt x="2408083" y="1511989"/>
                    </a:cubicBezTo>
                    <a:cubicBezTo>
                      <a:pt x="2408083" y="1782800"/>
                      <a:pt x="2188548" y="2002335"/>
                      <a:pt x="1917737" y="2002335"/>
                    </a:cubicBezTo>
                    <a:cubicBezTo>
                      <a:pt x="1646926" y="2002335"/>
                      <a:pt x="1427391" y="1782800"/>
                      <a:pt x="1427391" y="1511989"/>
                    </a:cubicBezTo>
                    <a:cubicBezTo>
                      <a:pt x="1427391" y="1241178"/>
                      <a:pt x="1646926" y="1021643"/>
                      <a:pt x="1917737" y="1021643"/>
                    </a:cubicBezTo>
                    <a:close/>
                    <a:moveTo>
                      <a:pt x="1917737" y="827913"/>
                    </a:moveTo>
                    <a:cubicBezTo>
                      <a:pt x="1539932" y="827913"/>
                      <a:pt x="1233661" y="1134184"/>
                      <a:pt x="1233661" y="1511989"/>
                    </a:cubicBezTo>
                    <a:cubicBezTo>
                      <a:pt x="1233661" y="1889794"/>
                      <a:pt x="1539932" y="2196065"/>
                      <a:pt x="1917737" y="2196065"/>
                    </a:cubicBezTo>
                    <a:cubicBezTo>
                      <a:pt x="2295542" y="2196065"/>
                      <a:pt x="2601813" y="1889794"/>
                      <a:pt x="2601813" y="1511989"/>
                    </a:cubicBezTo>
                    <a:cubicBezTo>
                      <a:pt x="2601813" y="1134184"/>
                      <a:pt x="2295542" y="827913"/>
                      <a:pt x="1917737" y="827913"/>
                    </a:cubicBezTo>
                    <a:close/>
                    <a:moveTo>
                      <a:pt x="1112286" y="675885"/>
                    </a:moveTo>
                    <a:lnTo>
                      <a:pt x="1112286" y="830188"/>
                    </a:lnTo>
                    <a:lnTo>
                      <a:pt x="1328310" y="830188"/>
                    </a:lnTo>
                    <a:lnTo>
                      <a:pt x="1328310" y="675885"/>
                    </a:lnTo>
                    <a:close/>
                    <a:moveTo>
                      <a:pt x="2586084" y="626422"/>
                    </a:moveTo>
                    <a:lnTo>
                      <a:pt x="2586084" y="830188"/>
                    </a:lnTo>
                    <a:lnTo>
                      <a:pt x="3001340" y="830188"/>
                    </a:lnTo>
                    <a:lnTo>
                      <a:pt x="3001340" y="626422"/>
                    </a:lnTo>
                    <a:close/>
                    <a:moveTo>
                      <a:pt x="1593701" y="108218"/>
                    </a:moveTo>
                    <a:lnTo>
                      <a:pt x="1593701" y="432905"/>
                    </a:lnTo>
                    <a:lnTo>
                      <a:pt x="2241773" y="432905"/>
                    </a:lnTo>
                    <a:lnTo>
                      <a:pt x="2241773" y="108218"/>
                    </a:lnTo>
                    <a:close/>
                    <a:moveTo>
                      <a:pt x="1452512" y="0"/>
                    </a:moveTo>
                    <a:lnTo>
                      <a:pt x="2382963" y="0"/>
                    </a:lnTo>
                    <a:cubicBezTo>
                      <a:pt x="2433311" y="0"/>
                      <a:pt x="2474127" y="40816"/>
                      <a:pt x="2474127" y="91164"/>
                    </a:cubicBezTo>
                    <a:lnTo>
                      <a:pt x="2474127" y="432905"/>
                    </a:lnTo>
                    <a:lnTo>
                      <a:pt x="2933014" y="432905"/>
                    </a:lnTo>
                    <a:cubicBezTo>
                      <a:pt x="3073189" y="432905"/>
                      <a:pt x="3186824" y="546540"/>
                      <a:pt x="3186824" y="686715"/>
                    </a:cubicBezTo>
                    <a:lnTo>
                      <a:pt x="3186824" y="2194102"/>
                    </a:lnTo>
                    <a:cubicBezTo>
                      <a:pt x="3186824" y="2334277"/>
                      <a:pt x="3073189" y="2447912"/>
                      <a:pt x="2933014" y="2447912"/>
                    </a:cubicBezTo>
                    <a:lnTo>
                      <a:pt x="253810" y="2447912"/>
                    </a:lnTo>
                    <a:cubicBezTo>
                      <a:pt x="113635" y="2447912"/>
                      <a:pt x="0" y="2334277"/>
                      <a:pt x="0" y="2194102"/>
                    </a:cubicBezTo>
                    <a:lnTo>
                      <a:pt x="0" y="686715"/>
                    </a:lnTo>
                    <a:cubicBezTo>
                      <a:pt x="0" y="546540"/>
                      <a:pt x="113635" y="432905"/>
                      <a:pt x="253810" y="432905"/>
                    </a:cubicBezTo>
                    <a:lnTo>
                      <a:pt x="307082" y="432905"/>
                    </a:lnTo>
                    <a:lnTo>
                      <a:pt x="307082" y="313169"/>
                    </a:lnTo>
                    <a:cubicBezTo>
                      <a:pt x="307082" y="287995"/>
                      <a:pt x="327490" y="267587"/>
                      <a:pt x="352664" y="267587"/>
                    </a:cubicBezTo>
                    <a:lnTo>
                      <a:pt x="817888" y="267587"/>
                    </a:lnTo>
                    <a:cubicBezTo>
                      <a:pt x="843062" y="267587"/>
                      <a:pt x="863470" y="287995"/>
                      <a:pt x="863470" y="313169"/>
                    </a:cubicBezTo>
                    <a:lnTo>
                      <a:pt x="863470" y="432905"/>
                    </a:lnTo>
                    <a:lnTo>
                      <a:pt x="1361348" y="432905"/>
                    </a:lnTo>
                    <a:lnTo>
                      <a:pt x="1361348" y="91164"/>
                    </a:lnTo>
                    <a:cubicBezTo>
                      <a:pt x="1361348" y="40816"/>
                      <a:pt x="1402164" y="0"/>
                      <a:pt x="1452512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dirty="0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260092AC-7DF9-4FC4-9660-A3B1BD34089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597984" y="1468029"/>
                <a:ext cx="731520" cy="73152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0B5F18D4-8449-4569-919C-83A82DD3F13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591958" y="3394603"/>
                <a:ext cx="731520" cy="73152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21">
                <a:extLst>
                  <a:ext uri="{FF2B5EF4-FFF2-40B4-BE49-F238E27FC236}">
                    <a16:creationId xmlns:a16="http://schemas.microsoft.com/office/drawing/2014/main" id="{98685087-A5E5-4666-A157-ECFF1129AE03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20700000">
                <a:off x="4769946" y="3602940"/>
                <a:ext cx="387594" cy="314845"/>
              </a:xfrm>
              <a:custGeom>
                <a:avLst/>
                <a:gdLst/>
                <a:ahLst/>
                <a:cxnLst/>
                <a:rect l="l" t="t" r="r" b="b"/>
                <a:pathLst>
                  <a:path w="4088377" h="3321003">
                    <a:moveTo>
                      <a:pt x="1365628" y="1622218"/>
                    </a:moveTo>
                    <a:cubicBezTo>
                      <a:pt x="1121373" y="1556771"/>
                      <a:pt x="870309" y="1701722"/>
                      <a:pt x="804861" y="1945977"/>
                    </a:cubicBezTo>
                    <a:cubicBezTo>
                      <a:pt x="739413" y="2190232"/>
                      <a:pt x="884365" y="2441296"/>
                      <a:pt x="1128620" y="2506744"/>
                    </a:cubicBezTo>
                    <a:cubicBezTo>
                      <a:pt x="1372875" y="2572191"/>
                      <a:pt x="1623939" y="2427240"/>
                      <a:pt x="1689387" y="2182985"/>
                    </a:cubicBezTo>
                    <a:cubicBezTo>
                      <a:pt x="1754835" y="1938730"/>
                      <a:pt x="1609883" y="1687666"/>
                      <a:pt x="1365628" y="1622218"/>
                    </a:cubicBezTo>
                    <a:close/>
                    <a:moveTo>
                      <a:pt x="1447099" y="1318163"/>
                    </a:moveTo>
                    <a:cubicBezTo>
                      <a:pt x="1859279" y="1428606"/>
                      <a:pt x="2103885" y="1852277"/>
                      <a:pt x="1993442" y="2264456"/>
                    </a:cubicBezTo>
                    <a:cubicBezTo>
                      <a:pt x="1882999" y="2676636"/>
                      <a:pt x="1459328" y="2921242"/>
                      <a:pt x="1047149" y="2810799"/>
                    </a:cubicBezTo>
                    <a:cubicBezTo>
                      <a:pt x="634969" y="2700356"/>
                      <a:pt x="390363" y="2276685"/>
                      <a:pt x="500806" y="1864505"/>
                    </a:cubicBezTo>
                    <a:cubicBezTo>
                      <a:pt x="611249" y="1452326"/>
                      <a:pt x="1034920" y="1207720"/>
                      <a:pt x="1447099" y="1318163"/>
                    </a:cubicBezTo>
                    <a:close/>
                    <a:moveTo>
                      <a:pt x="1476725" y="1207597"/>
                    </a:moveTo>
                    <a:cubicBezTo>
                      <a:pt x="1003481" y="1080792"/>
                      <a:pt x="517045" y="1361635"/>
                      <a:pt x="390240" y="1834879"/>
                    </a:cubicBezTo>
                    <a:cubicBezTo>
                      <a:pt x="263435" y="2308124"/>
                      <a:pt x="544279" y="2794559"/>
                      <a:pt x="1017523" y="2921365"/>
                    </a:cubicBezTo>
                    <a:cubicBezTo>
                      <a:pt x="1490767" y="3048170"/>
                      <a:pt x="1977202" y="2767326"/>
                      <a:pt x="2104008" y="2294082"/>
                    </a:cubicBezTo>
                    <a:cubicBezTo>
                      <a:pt x="2230813" y="1820838"/>
                      <a:pt x="1949969" y="1334403"/>
                      <a:pt x="1476725" y="1207597"/>
                    </a:cubicBezTo>
                    <a:close/>
                    <a:moveTo>
                      <a:pt x="3290290" y="1590224"/>
                    </a:moveTo>
                    <a:cubicBezTo>
                      <a:pt x="3269727" y="1586016"/>
                      <a:pt x="3248437" y="1583806"/>
                      <a:pt x="3226630" y="1583806"/>
                    </a:cubicBezTo>
                    <a:cubicBezTo>
                      <a:pt x="3052179" y="1583806"/>
                      <a:pt x="2910758" y="1725227"/>
                      <a:pt x="2910758" y="1899678"/>
                    </a:cubicBezTo>
                    <a:cubicBezTo>
                      <a:pt x="2910758" y="2074130"/>
                      <a:pt x="3052179" y="2215551"/>
                      <a:pt x="3226630" y="2215550"/>
                    </a:cubicBezTo>
                    <a:cubicBezTo>
                      <a:pt x="3401082" y="2215551"/>
                      <a:pt x="3542503" y="2074130"/>
                      <a:pt x="3542502" y="1899678"/>
                    </a:cubicBezTo>
                    <a:cubicBezTo>
                      <a:pt x="3542503" y="1747033"/>
                      <a:pt x="3434228" y="1619677"/>
                      <a:pt x="3290290" y="1590224"/>
                    </a:cubicBezTo>
                    <a:close/>
                    <a:moveTo>
                      <a:pt x="3334055" y="1377473"/>
                    </a:moveTo>
                    <a:cubicBezTo>
                      <a:pt x="3576950" y="1427177"/>
                      <a:pt x="3759665" y="1642090"/>
                      <a:pt x="3759665" y="1899678"/>
                    </a:cubicBezTo>
                    <a:cubicBezTo>
                      <a:pt x="3759665" y="2194064"/>
                      <a:pt x="3521017" y="2432713"/>
                      <a:pt x="3226630" y="2432713"/>
                    </a:cubicBezTo>
                    <a:cubicBezTo>
                      <a:pt x="2932244" y="2432712"/>
                      <a:pt x="2693596" y="2194065"/>
                      <a:pt x="2693596" y="1899678"/>
                    </a:cubicBezTo>
                    <a:cubicBezTo>
                      <a:pt x="2693596" y="1605292"/>
                      <a:pt x="2932244" y="1366644"/>
                      <a:pt x="3226630" y="1366644"/>
                    </a:cubicBezTo>
                    <a:cubicBezTo>
                      <a:pt x="3263429" y="1366644"/>
                      <a:pt x="3299356" y="1370373"/>
                      <a:pt x="3334055" y="1377473"/>
                    </a:cubicBezTo>
                    <a:close/>
                    <a:moveTo>
                      <a:pt x="1391137" y="789478"/>
                    </a:moveTo>
                    <a:lnTo>
                      <a:pt x="1759910" y="888290"/>
                    </a:lnTo>
                    <a:lnTo>
                      <a:pt x="1754625" y="1202375"/>
                    </a:lnTo>
                    <a:lnTo>
                      <a:pt x="1744979" y="1199790"/>
                    </a:lnTo>
                    <a:cubicBezTo>
                      <a:pt x="1823578" y="1244024"/>
                      <a:pt x="1894617" y="1298265"/>
                      <a:pt x="1954704" y="1362586"/>
                    </a:cubicBezTo>
                    <a:lnTo>
                      <a:pt x="2234317" y="1293059"/>
                    </a:lnTo>
                    <a:lnTo>
                      <a:pt x="2413554" y="1630152"/>
                    </a:lnTo>
                    <a:lnTo>
                      <a:pt x="2214321" y="1809770"/>
                    </a:lnTo>
                    <a:cubicBezTo>
                      <a:pt x="2239296" y="1900740"/>
                      <a:pt x="2251067" y="1995997"/>
                      <a:pt x="2246841" y="2092825"/>
                    </a:cubicBezTo>
                    <a:lnTo>
                      <a:pt x="2495698" y="2230974"/>
                    </a:lnTo>
                    <a:lnTo>
                      <a:pt x="2396885" y="2599747"/>
                    </a:lnTo>
                    <a:lnTo>
                      <a:pt x="2094912" y="2594668"/>
                    </a:lnTo>
                    <a:cubicBezTo>
                      <a:pt x="2056732" y="2658461"/>
                      <a:pt x="2010475" y="2715996"/>
                      <a:pt x="1958644" y="2767359"/>
                    </a:cubicBezTo>
                    <a:lnTo>
                      <a:pt x="2057814" y="3026193"/>
                    </a:lnTo>
                    <a:lnTo>
                      <a:pt x="1745078" y="3245174"/>
                    </a:lnTo>
                    <a:lnTo>
                      <a:pt x="1507869" y="3039237"/>
                    </a:lnTo>
                    <a:lnTo>
                      <a:pt x="1536736" y="3019025"/>
                    </a:lnTo>
                    <a:cubicBezTo>
                      <a:pt x="1445878" y="3048429"/>
                      <a:pt x="1349798" y="3062567"/>
                      <a:pt x="1251837" y="3062021"/>
                    </a:cubicBezTo>
                    <a:lnTo>
                      <a:pt x="1108065" y="3321003"/>
                    </a:lnTo>
                    <a:lnTo>
                      <a:pt x="739291" y="3222191"/>
                    </a:lnTo>
                    <a:lnTo>
                      <a:pt x="744274" y="2926021"/>
                    </a:lnTo>
                    <a:cubicBezTo>
                      <a:pt x="666128" y="2881484"/>
                      <a:pt x="595548" y="2827017"/>
                      <a:pt x="535891" y="2762576"/>
                    </a:cubicBezTo>
                    <a:lnTo>
                      <a:pt x="540671" y="2772825"/>
                    </a:lnTo>
                    <a:lnTo>
                      <a:pt x="232276" y="2832568"/>
                    </a:lnTo>
                    <a:lnTo>
                      <a:pt x="70927" y="2486556"/>
                    </a:lnTo>
                    <a:lnTo>
                      <a:pt x="279495" y="2317444"/>
                    </a:lnTo>
                    <a:cubicBezTo>
                      <a:pt x="257233" y="2235849"/>
                      <a:pt x="245603" y="2150814"/>
                      <a:pt x="245586" y="2064274"/>
                    </a:cubicBezTo>
                    <a:lnTo>
                      <a:pt x="0" y="1927940"/>
                    </a:lnTo>
                    <a:lnTo>
                      <a:pt x="98812" y="1559167"/>
                    </a:lnTo>
                    <a:lnTo>
                      <a:pt x="380240" y="1563901"/>
                    </a:lnTo>
                    <a:cubicBezTo>
                      <a:pt x="418421" y="1496524"/>
                      <a:pt x="464524" y="1435092"/>
                      <a:pt x="516679" y="1380105"/>
                    </a:cubicBezTo>
                    <a:lnTo>
                      <a:pt x="422419" y="1089378"/>
                    </a:lnTo>
                    <a:lnTo>
                      <a:pt x="746189" y="887063"/>
                    </a:lnTo>
                    <a:lnTo>
                      <a:pt x="972292" y="1105134"/>
                    </a:lnTo>
                    <a:lnTo>
                      <a:pt x="970019" y="1106554"/>
                    </a:lnTo>
                    <a:cubicBezTo>
                      <a:pt x="1058903" y="1078586"/>
                      <a:pt x="1152743" y="1065659"/>
                      <a:pt x="1248316" y="1066709"/>
                    </a:cubicBezTo>
                    <a:lnTo>
                      <a:pt x="1238669" y="1064125"/>
                    </a:lnTo>
                    <a:close/>
                    <a:moveTo>
                      <a:pt x="3349970" y="1300109"/>
                    </a:moveTo>
                    <a:cubicBezTo>
                      <a:pt x="3310130" y="1291957"/>
                      <a:pt x="3268880" y="1287676"/>
                      <a:pt x="3226630" y="1287676"/>
                    </a:cubicBezTo>
                    <a:cubicBezTo>
                      <a:pt x="2888631" y="1287676"/>
                      <a:pt x="2614628" y="1561679"/>
                      <a:pt x="2614628" y="1899678"/>
                    </a:cubicBezTo>
                    <a:cubicBezTo>
                      <a:pt x="2614628" y="2237678"/>
                      <a:pt x="2888630" y="2511680"/>
                      <a:pt x="3226630" y="2511681"/>
                    </a:cubicBezTo>
                    <a:cubicBezTo>
                      <a:pt x="3564630" y="2511681"/>
                      <a:pt x="3838633" y="2237678"/>
                      <a:pt x="3838633" y="1899678"/>
                    </a:cubicBezTo>
                    <a:cubicBezTo>
                      <a:pt x="3838632" y="1603928"/>
                      <a:pt x="3628849" y="1357176"/>
                      <a:pt x="3349970" y="1300109"/>
                    </a:cubicBezTo>
                    <a:close/>
                    <a:moveTo>
                      <a:pt x="3358324" y="1024334"/>
                    </a:moveTo>
                    <a:lnTo>
                      <a:pt x="3410883" y="1234575"/>
                    </a:lnTo>
                    <a:lnTo>
                      <a:pt x="3403994" y="1234575"/>
                    </a:lnTo>
                    <a:cubicBezTo>
                      <a:pt x="3464268" y="1250018"/>
                      <a:pt x="3521292" y="1273478"/>
                      <a:pt x="3572818" y="1305612"/>
                    </a:cubicBezTo>
                    <a:lnTo>
                      <a:pt x="3746730" y="1209354"/>
                    </a:lnTo>
                    <a:lnTo>
                      <a:pt x="3926358" y="1401981"/>
                    </a:lnTo>
                    <a:lnTo>
                      <a:pt x="3825667" y="1557247"/>
                    </a:lnTo>
                    <a:cubicBezTo>
                      <a:pt x="3858552" y="1613408"/>
                      <a:pt x="3883404" y="1674784"/>
                      <a:pt x="3897877" y="1740062"/>
                    </a:cubicBezTo>
                    <a:lnTo>
                      <a:pt x="4088377" y="1787686"/>
                    </a:lnTo>
                    <a:lnTo>
                      <a:pt x="4088377" y="2051071"/>
                    </a:lnTo>
                    <a:lnTo>
                      <a:pt x="3886243" y="2101605"/>
                    </a:lnTo>
                    <a:cubicBezTo>
                      <a:pt x="3872191" y="2150933"/>
                      <a:pt x="3851639" y="2197531"/>
                      <a:pt x="3826272" y="2241013"/>
                    </a:cubicBezTo>
                    <a:lnTo>
                      <a:pt x="3938572" y="2395786"/>
                    </a:lnTo>
                    <a:lnTo>
                      <a:pt x="3769272" y="2597551"/>
                    </a:lnTo>
                    <a:lnTo>
                      <a:pt x="3574432" y="2502674"/>
                    </a:lnTo>
                    <a:lnTo>
                      <a:pt x="3590059" y="2484050"/>
                    </a:lnTo>
                    <a:cubicBezTo>
                      <a:pt x="3534764" y="2519868"/>
                      <a:pt x="3473263" y="2546445"/>
                      <a:pt x="3407886" y="2563572"/>
                    </a:cubicBezTo>
                    <a:lnTo>
                      <a:pt x="3358323" y="2761823"/>
                    </a:lnTo>
                    <a:lnTo>
                      <a:pt x="3094938" y="2761823"/>
                    </a:lnTo>
                    <a:lnTo>
                      <a:pt x="3045375" y="2563574"/>
                    </a:lnTo>
                    <a:cubicBezTo>
                      <a:pt x="2985349" y="2547848"/>
                      <a:pt x="2928591" y="2524155"/>
                      <a:pt x="2877330" y="2491865"/>
                    </a:cubicBezTo>
                    <a:lnTo>
                      <a:pt x="2882346" y="2497841"/>
                    </a:lnTo>
                    <a:lnTo>
                      <a:pt x="2687507" y="2592718"/>
                    </a:lnTo>
                    <a:lnTo>
                      <a:pt x="2518206" y="2390954"/>
                    </a:lnTo>
                    <a:lnTo>
                      <a:pt x="2626994" y="2241021"/>
                    </a:lnTo>
                    <a:cubicBezTo>
                      <a:pt x="2597591" y="2190623"/>
                      <a:pt x="2574657" y="2136035"/>
                      <a:pt x="2559194" y="2078370"/>
                    </a:cubicBezTo>
                    <a:lnTo>
                      <a:pt x="2371198" y="2031371"/>
                    </a:lnTo>
                    <a:lnTo>
                      <a:pt x="2371198" y="1767986"/>
                    </a:lnTo>
                    <a:lnTo>
                      <a:pt x="2559579" y="1720890"/>
                    </a:lnTo>
                    <a:cubicBezTo>
                      <a:pt x="2572992" y="1669175"/>
                      <a:pt x="2592745" y="1620006"/>
                      <a:pt x="2617681" y="1574051"/>
                    </a:cubicBezTo>
                    <a:lnTo>
                      <a:pt x="2502958" y="1397149"/>
                    </a:lnTo>
                    <a:lnTo>
                      <a:pt x="2682587" y="1204520"/>
                    </a:lnTo>
                    <a:lnTo>
                      <a:pt x="2872193" y="1309466"/>
                    </a:lnTo>
                    <a:lnTo>
                      <a:pt x="2870932" y="1310818"/>
                    </a:lnTo>
                    <a:cubicBezTo>
                      <a:pt x="2925169" y="1276310"/>
                      <a:pt x="2985393" y="1250941"/>
                      <a:pt x="3049268" y="1234575"/>
                    </a:cubicBezTo>
                    <a:lnTo>
                      <a:pt x="3042378" y="1234576"/>
                    </a:lnTo>
                    <a:lnTo>
                      <a:pt x="3094939" y="1024334"/>
                    </a:lnTo>
                    <a:close/>
                    <a:moveTo>
                      <a:pt x="2786480" y="402820"/>
                    </a:moveTo>
                    <a:cubicBezTo>
                      <a:pt x="2745900" y="389943"/>
                      <a:pt x="2701172" y="388627"/>
                      <a:pt x="2657264" y="401580"/>
                    </a:cubicBezTo>
                    <a:cubicBezTo>
                      <a:pt x="2540176" y="436121"/>
                      <a:pt x="2473258" y="559041"/>
                      <a:pt x="2507800" y="676128"/>
                    </a:cubicBezTo>
                    <a:cubicBezTo>
                      <a:pt x="2542340" y="793216"/>
                      <a:pt x="2665260" y="860133"/>
                      <a:pt x="2782348" y="825592"/>
                    </a:cubicBezTo>
                    <a:cubicBezTo>
                      <a:pt x="2899435" y="791051"/>
                      <a:pt x="2966353" y="668132"/>
                      <a:pt x="2931812" y="551045"/>
                    </a:cubicBezTo>
                    <a:cubicBezTo>
                      <a:pt x="2910223" y="477864"/>
                      <a:pt x="2854113" y="424282"/>
                      <a:pt x="2786480" y="402820"/>
                    </a:cubicBezTo>
                    <a:close/>
                    <a:moveTo>
                      <a:pt x="2932202" y="47278"/>
                    </a:moveTo>
                    <a:lnTo>
                      <a:pt x="3090904" y="140999"/>
                    </a:lnTo>
                    <a:lnTo>
                      <a:pt x="3054065" y="265147"/>
                    </a:lnTo>
                    <a:cubicBezTo>
                      <a:pt x="3087256" y="296329"/>
                      <a:pt x="3116089" y="332603"/>
                      <a:pt x="3138727" y="373550"/>
                    </a:cubicBezTo>
                    <a:lnTo>
                      <a:pt x="3276016" y="367796"/>
                    </a:lnTo>
                    <a:lnTo>
                      <a:pt x="3328165" y="544574"/>
                    </a:lnTo>
                    <a:lnTo>
                      <a:pt x="3202503" y="618514"/>
                    </a:lnTo>
                    <a:cubicBezTo>
                      <a:pt x="3202838" y="654403"/>
                      <a:pt x="3198271" y="689748"/>
                      <a:pt x="3189855" y="723955"/>
                    </a:cubicBezTo>
                    <a:lnTo>
                      <a:pt x="3295873" y="805599"/>
                    </a:lnTo>
                    <a:lnTo>
                      <a:pt x="3222192" y="974540"/>
                    </a:lnTo>
                    <a:lnTo>
                      <a:pt x="3072634" y="949439"/>
                    </a:lnTo>
                    <a:lnTo>
                      <a:pt x="3079435" y="933845"/>
                    </a:lnTo>
                    <a:cubicBezTo>
                      <a:pt x="3049413" y="968833"/>
                      <a:pt x="3013398" y="998848"/>
                      <a:pt x="2972910" y="1023288"/>
                    </a:cubicBezTo>
                    <a:lnTo>
                      <a:pt x="2978897" y="1166163"/>
                    </a:lnTo>
                    <a:lnTo>
                      <a:pt x="2802119" y="1218312"/>
                    </a:lnTo>
                    <a:lnTo>
                      <a:pt x="2729602" y="1095065"/>
                    </a:lnTo>
                    <a:cubicBezTo>
                      <a:pt x="2686199" y="1096396"/>
                      <a:pt x="2643414" y="1091732"/>
                      <a:pt x="2602615" y="1080209"/>
                    </a:cubicBezTo>
                    <a:lnTo>
                      <a:pt x="2607165" y="1083226"/>
                    </a:lnTo>
                    <a:lnTo>
                      <a:pt x="2495179" y="1185484"/>
                    </a:lnTo>
                    <a:lnTo>
                      <a:pt x="2341599" y="1083585"/>
                    </a:lnTo>
                    <a:lnTo>
                      <a:pt x="2384929" y="961414"/>
                    </a:lnTo>
                    <a:cubicBezTo>
                      <a:pt x="2355215" y="933409"/>
                      <a:pt x="2329015" y="901312"/>
                      <a:pt x="2307218" y="865670"/>
                    </a:cubicBezTo>
                    <a:lnTo>
                      <a:pt x="2171734" y="871348"/>
                    </a:lnTo>
                    <a:lnTo>
                      <a:pt x="2119584" y="694571"/>
                    </a:lnTo>
                    <a:lnTo>
                      <a:pt x="2236697" y="625662"/>
                    </a:lnTo>
                    <a:cubicBezTo>
                      <a:pt x="2235459" y="588297"/>
                      <a:pt x="2238982" y="551385"/>
                      <a:pt x="2246620" y="515603"/>
                    </a:cubicBezTo>
                    <a:lnTo>
                      <a:pt x="2134594" y="419585"/>
                    </a:lnTo>
                    <a:lnTo>
                      <a:pt x="2217016" y="254732"/>
                    </a:lnTo>
                    <a:lnTo>
                      <a:pt x="2365055" y="287627"/>
                    </a:lnTo>
                    <a:lnTo>
                      <a:pt x="2364476" y="288784"/>
                    </a:lnTo>
                    <a:cubicBezTo>
                      <a:pt x="2394046" y="254885"/>
                      <a:pt x="2429444" y="225933"/>
                      <a:pt x="2469075" y="202302"/>
                    </a:cubicBezTo>
                    <a:lnTo>
                      <a:pt x="2464452" y="203666"/>
                    </a:lnTo>
                    <a:lnTo>
                      <a:pt x="2458102" y="52150"/>
                    </a:lnTo>
                    <a:lnTo>
                      <a:pt x="2634880" y="0"/>
                    </a:lnTo>
                    <a:lnTo>
                      <a:pt x="2711784" y="130703"/>
                    </a:lnTo>
                    <a:lnTo>
                      <a:pt x="2707159" y="132067"/>
                    </a:lnTo>
                    <a:cubicBezTo>
                      <a:pt x="2750672" y="130497"/>
                      <a:pt x="2793590" y="134953"/>
                      <a:pt x="2834535" y="14631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  <p:sp>
            <p:nvSpPr>
              <p:cNvPr id="19" name="Rounded Rectangle 1">
                <a:extLst>
                  <a:ext uri="{FF2B5EF4-FFF2-40B4-BE49-F238E27FC236}">
                    <a16:creationId xmlns:a16="http://schemas.microsoft.com/office/drawing/2014/main" id="{85E58285-949C-47ED-86AE-06FA74394BF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869365" y="1665223"/>
                <a:ext cx="200630" cy="338573"/>
              </a:xfrm>
              <a:custGeom>
                <a:avLst/>
                <a:gdLst/>
                <a:ahLst/>
                <a:cxnLst/>
                <a:rect l="l" t="t" r="r" b="b"/>
                <a:pathLst>
                  <a:path w="2337548" h="3944720">
                    <a:moveTo>
                      <a:pt x="2013548" y="1242075"/>
                    </a:moveTo>
                    <a:lnTo>
                      <a:pt x="2337548" y="1242075"/>
                    </a:lnTo>
                    <a:lnTo>
                      <a:pt x="2337548" y="1945866"/>
                    </a:lnTo>
                    <a:lnTo>
                      <a:pt x="2337548" y="1962155"/>
                    </a:lnTo>
                    <a:lnTo>
                      <a:pt x="2336798" y="1962155"/>
                    </a:lnTo>
                    <a:cubicBezTo>
                      <a:pt x="2330129" y="2597501"/>
                      <a:pt x="1898450" y="3121603"/>
                      <a:pt x="1336990" y="3208701"/>
                    </a:cubicBezTo>
                    <a:lnTo>
                      <a:pt x="1336990" y="3620720"/>
                    </a:lnTo>
                    <a:lnTo>
                      <a:pt x="1895070" y="3620720"/>
                    </a:lnTo>
                    <a:lnTo>
                      <a:pt x="1895070" y="3944720"/>
                    </a:lnTo>
                    <a:lnTo>
                      <a:pt x="454910" y="3944720"/>
                    </a:lnTo>
                    <a:lnTo>
                      <a:pt x="454910" y="3620720"/>
                    </a:lnTo>
                    <a:lnTo>
                      <a:pt x="1012990" y="3620720"/>
                    </a:lnTo>
                    <a:lnTo>
                      <a:pt x="1012990" y="3210585"/>
                    </a:lnTo>
                    <a:cubicBezTo>
                      <a:pt x="447376" y="3129632"/>
                      <a:pt x="8655" y="2604919"/>
                      <a:pt x="389" y="1964536"/>
                    </a:cubicBezTo>
                    <a:lnTo>
                      <a:pt x="0" y="1964536"/>
                    </a:lnTo>
                    <a:lnTo>
                      <a:pt x="0" y="1244456"/>
                    </a:lnTo>
                    <a:lnTo>
                      <a:pt x="324000" y="1244456"/>
                    </a:lnTo>
                    <a:lnTo>
                      <a:pt x="324000" y="1964536"/>
                    </a:lnTo>
                    <a:lnTo>
                      <a:pt x="323361" y="1964536"/>
                    </a:lnTo>
                    <a:cubicBezTo>
                      <a:pt x="331926" y="2486037"/>
                      <a:pt x="710705" y="2903701"/>
                      <a:pt x="1173940" y="2900510"/>
                    </a:cubicBezTo>
                    <a:cubicBezTo>
                      <a:pt x="1634302" y="2897337"/>
                      <a:pt x="2006933" y="2479634"/>
                      <a:pt x="2014006" y="1962155"/>
                    </a:cubicBezTo>
                    <a:lnTo>
                      <a:pt x="2013548" y="1962155"/>
                    </a:lnTo>
                    <a:close/>
                    <a:moveTo>
                      <a:pt x="1168773" y="0"/>
                    </a:moveTo>
                    <a:cubicBezTo>
                      <a:pt x="1546536" y="0"/>
                      <a:pt x="1852773" y="306237"/>
                      <a:pt x="1852773" y="684000"/>
                    </a:cubicBezTo>
                    <a:lnTo>
                      <a:pt x="1852773" y="1980000"/>
                    </a:lnTo>
                    <a:cubicBezTo>
                      <a:pt x="1852773" y="2357763"/>
                      <a:pt x="1546536" y="2664000"/>
                      <a:pt x="1168773" y="2664000"/>
                    </a:cubicBezTo>
                    <a:cubicBezTo>
                      <a:pt x="791010" y="2664000"/>
                      <a:pt x="484773" y="2357763"/>
                      <a:pt x="484773" y="1980000"/>
                    </a:cubicBezTo>
                    <a:lnTo>
                      <a:pt x="484773" y="684000"/>
                    </a:lnTo>
                    <a:cubicBezTo>
                      <a:pt x="484773" y="306237"/>
                      <a:pt x="791010" y="0"/>
                      <a:pt x="1168773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5F024DB-881F-4EB1-A89A-613A3A905DB2}"/>
                  </a:ext>
                </a:extLst>
              </p:cNvPr>
              <p:cNvSpPr txBox="1"/>
              <p:nvPr/>
            </p:nvSpPr>
            <p:spPr>
              <a:xfrm>
                <a:off x="396995" y="1229708"/>
                <a:ext cx="2205972" cy="4100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Arial" pitchFamily="34" charset="0"/>
                  </a:rPr>
                  <a:t>Filter Group 1</a:t>
                </a:r>
                <a:endParaRPr lang="ko-KR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endParaRP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CA05541B-0BC2-4138-B3AF-A1D56BC7C28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-378243" y="1088083"/>
                <a:ext cx="731520" cy="731520"/>
              </a:xfrm>
              <a:prstGeom prst="ellipse">
                <a:avLst/>
              </a:prstGeom>
              <a:solidFill>
                <a:schemeClr val="accent1"/>
              </a:solidFill>
              <a:ln w="12700">
                <a:noFill/>
              </a:ln>
              <a:effectLst>
                <a:glow rad="76200">
                  <a:schemeClr val="bg1">
                    <a:alpha val="13000"/>
                  </a:schemeClr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700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ED04D90D-3E6C-4528-9E49-E5C8F1F275F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-378243" y="2469185"/>
                <a:ext cx="731520" cy="731520"/>
              </a:xfrm>
              <a:prstGeom prst="ellipse">
                <a:avLst/>
              </a:prstGeom>
              <a:solidFill>
                <a:schemeClr val="accent2"/>
              </a:solidFill>
              <a:ln w="12700">
                <a:noFill/>
              </a:ln>
              <a:effectLst>
                <a:glow rad="76200">
                  <a:schemeClr val="bg1">
                    <a:alpha val="13000"/>
                  </a:schemeClr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700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10678FB3-3E47-4816-9050-6C6DF435ADF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-378243" y="3850288"/>
                <a:ext cx="731520" cy="731520"/>
              </a:xfrm>
              <a:prstGeom prst="ellipse">
                <a:avLst/>
              </a:prstGeom>
              <a:solidFill>
                <a:schemeClr val="accent5"/>
              </a:solidFill>
              <a:ln w="12700">
                <a:noFill/>
              </a:ln>
              <a:effectLst>
                <a:glow rad="76200">
                  <a:schemeClr val="bg1">
                    <a:alpha val="13000"/>
                  </a:schemeClr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700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E1DFD9F1-AC17-447F-867D-F1D735441597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9560341" y="1088082"/>
                <a:ext cx="731520" cy="731520"/>
              </a:xfrm>
              <a:prstGeom prst="ellipse">
                <a:avLst/>
              </a:prstGeom>
              <a:solidFill>
                <a:schemeClr val="accent4"/>
              </a:solidFill>
              <a:ln w="12700">
                <a:noFill/>
              </a:ln>
              <a:effectLst>
                <a:glow rad="76200">
                  <a:schemeClr val="bg1">
                    <a:alpha val="13000"/>
                  </a:schemeClr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 sz="2700"/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F49287D1-0A7B-4DE1-BF59-4AB618F468D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9560341" y="2469184"/>
                <a:ext cx="731520" cy="731520"/>
              </a:xfrm>
              <a:prstGeom prst="ellipse">
                <a:avLst/>
              </a:prstGeom>
              <a:solidFill>
                <a:schemeClr val="accent3"/>
              </a:solidFill>
              <a:ln w="12700">
                <a:noFill/>
              </a:ln>
              <a:effectLst>
                <a:glow rad="76200">
                  <a:schemeClr val="bg1">
                    <a:alpha val="13000"/>
                  </a:schemeClr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 sz="2700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0063020F-10CC-481B-B607-E4128B08A50A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9560341" y="3850287"/>
                <a:ext cx="731520" cy="731520"/>
              </a:xfrm>
              <a:prstGeom prst="ellipse">
                <a:avLst/>
              </a:prstGeom>
              <a:solidFill>
                <a:schemeClr val="accent6"/>
              </a:solidFill>
              <a:ln w="12700">
                <a:noFill/>
              </a:ln>
              <a:effectLst>
                <a:glow rad="76200">
                  <a:schemeClr val="bg1">
                    <a:alpha val="13000"/>
                  </a:schemeClr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 sz="2700"/>
              </a:p>
            </p:txBody>
          </p:sp>
          <p:sp>
            <p:nvSpPr>
              <p:cNvPr id="32" name="Teardrop 1">
                <a:extLst>
                  <a:ext uri="{FF2B5EF4-FFF2-40B4-BE49-F238E27FC236}">
                    <a16:creationId xmlns:a16="http://schemas.microsoft.com/office/drawing/2014/main" id="{98E0C785-B7EA-4DB2-BC31-3BA34BBC4E6A}"/>
                  </a:ext>
                </a:extLst>
              </p:cNvPr>
              <p:cNvSpPr/>
              <p:nvPr/>
            </p:nvSpPr>
            <p:spPr>
              <a:xfrm rot="18805991">
                <a:off x="-192057" y="2649213"/>
                <a:ext cx="348602" cy="344965"/>
              </a:xfrm>
              <a:custGeom>
                <a:avLst/>
                <a:gdLst/>
                <a:ahLst/>
                <a:cxnLst/>
                <a:rect l="l" t="t" r="r" b="b"/>
                <a:pathLst>
                  <a:path w="1807241" h="1788383">
                    <a:moveTo>
                      <a:pt x="712876" y="1117592"/>
                    </a:moveTo>
                    <a:cubicBezTo>
                      <a:pt x="771173" y="1181828"/>
                      <a:pt x="811089" y="1255910"/>
                      <a:pt x="847925" y="1348018"/>
                    </a:cubicBezTo>
                    <a:cubicBezTo>
                      <a:pt x="814544" y="1418896"/>
                      <a:pt x="753893" y="1474052"/>
                      <a:pt x="679064" y="1498332"/>
                    </a:cubicBezTo>
                    <a:lnTo>
                      <a:pt x="308226" y="1106637"/>
                    </a:lnTo>
                    <a:cubicBezTo>
                      <a:pt x="336560" y="1033247"/>
                      <a:pt x="394949" y="975701"/>
                      <a:pt x="467546" y="946245"/>
                    </a:cubicBezTo>
                    <a:cubicBezTo>
                      <a:pt x="577903" y="998968"/>
                      <a:pt x="654580" y="1053357"/>
                      <a:pt x="712876" y="1117592"/>
                    </a:cubicBezTo>
                    <a:close/>
                    <a:moveTo>
                      <a:pt x="1038527" y="398886"/>
                    </a:moveTo>
                    <a:lnTo>
                      <a:pt x="1405560" y="786562"/>
                    </a:lnTo>
                    <a:cubicBezTo>
                      <a:pt x="1374476" y="799049"/>
                      <a:pt x="1340402" y="804299"/>
                      <a:pt x="1305054" y="803332"/>
                    </a:cubicBezTo>
                    <a:lnTo>
                      <a:pt x="1008167" y="795212"/>
                    </a:lnTo>
                    <a:lnTo>
                      <a:pt x="1016288" y="498325"/>
                    </a:lnTo>
                    <a:cubicBezTo>
                      <a:pt x="1017255" y="462976"/>
                      <a:pt x="1024360" y="429240"/>
                      <a:pt x="1038527" y="398886"/>
                    </a:cubicBezTo>
                    <a:close/>
                    <a:moveTo>
                      <a:pt x="1097925" y="218888"/>
                    </a:moveTo>
                    <a:cubicBezTo>
                      <a:pt x="992582" y="279303"/>
                      <a:pt x="921871" y="392886"/>
                      <a:pt x="921053" y="523256"/>
                    </a:cubicBezTo>
                    <a:lnTo>
                      <a:pt x="919136" y="828763"/>
                    </a:lnTo>
                    <a:lnTo>
                      <a:pt x="830924" y="915875"/>
                    </a:lnTo>
                    <a:lnTo>
                      <a:pt x="525417" y="913958"/>
                    </a:lnTo>
                    <a:cubicBezTo>
                      <a:pt x="403891" y="913196"/>
                      <a:pt x="296188" y="973343"/>
                      <a:pt x="234366" y="1067831"/>
                    </a:cubicBezTo>
                    <a:lnTo>
                      <a:pt x="710285" y="1570519"/>
                    </a:lnTo>
                    <a:cubicBezTo>
                      <a:pt x="811872" y="1510375"/>
                      <a:pt x="878808" y="1399439"/>
                      <a:pt x="879603" y="1272618"/>
                    </a:cubicBezTo>
                    <a:lnTo>
                      <a:pt x="881520" y="967111"/>
                    </a:lnTo>
                    <a:lnTo>
                      <a:pt x="969732" y="879999"/>
                    </a:lnTo>
                    <a:lnTo>
                      <a:pt x="1275239" y="881916"/>
                    </a:lnTo>
                    <a:cubicBezTo>
                      <a:pt x="1400271" y="882701"/>
                      <a:pt x="1510670" y="819011"/>
                      <a:pt x="1573529" y="721242"/>
                    </a:cubicBezTo>
                    <a:close/>
                    <a:moveTo>
                      <a:pt x="1162945" y="27894"/>
                    </a:moveTo>
                    <a:lnTo>
                      <a:pt x="1782798" y="682611"/>
                    </a:lnTo>
                    <a:cubicBezTo>
                      <a:pt x="1816692" y="718411"/>
                      <a:pt x="1815147" y="774907"/>
                      <a:pt x="1779347" y="808801"/>
                    </a:cubicBezTo>
                    <a:cubicBezTo>
                      <a:pt x="1743547" y="842694"/>
                      <a:pt x="1687050" y="841149"/>
                      <a:pt x="1653157" y="805349"/>
                    </a:cubicBezTo>
                    <a:lnTo>
                      <a:pt x="1644015" y="795693"/>
                    </a:lnTo>
                    <a:cubicBezTo>
                      <a:pt x="1561789" y="910282"/>
                      <a:pt x="1426630" y="983636"/>
                      <a:pt x="1274606" y="982683"/>
                    </a:cubicBezTo>
                    <a:lnTo>
                      <a:pt x="980378" y="980836"/>
                    </a:lnTo>
                    <a:lnTo>
                      <a:pt x="980378" y="1270380"/>
                    </a:lnTo>
                    <a:cubicBezTo>
                      <a:pt x="980378" y="1427425"/>
                      <a:pt x="901198" y="1565976"/>
                      <a:pt x="779756" y="1647056"/>
                    </a:cubicBezTo>
                    <a:cubicBezTo>
                      <a:pt x="807405" y="1681913"/>
                      <a:pt x="803595" y="1732594"/>
                      <a:pt x="770486" y="1763941"/>
                    </a:cubicBezTo>
                    <a:cubicBezTo>
                      <a:pt x="734686" y="1797834"/>
                      <a:pt x="678189" y="1796289"/>
                      <a:pt x="644296" y="1760489"/>
                    </a:cubicBezTo>
                    <a:lnTo>
                      <a:pt x="24442" y="1105772"/>
                    </a:lnTo>
                    <a:cubicBezTo>
                      <a:pt x="-9451" y="1069973"/>
                      <a:pt x="-7906" y="1013476"/>
                      <a:pt x="27894" y="979583"/>
                    </a:cubicBezTo>
                    <a:cubicBezTo>
                      <a:pt x="63694" y="945689"/>
                      <a:pt x="120190" y="947235"/>
                      <a:pt x="154084" y="983034"/>
                    </a:cubicBezTo>
                    <a:lnTo>
                      <a:pt x="163237" y="992702"/>
                    </a:lnTo>
                    <a:cubicBezTo>
                      <a:pt x="244774" y="882877"/>
                      <a:pt x="375836" y="813180"/>
                      <a:pt x="523178" y="813180"/>
                    </a:cubicBezTo>
                    <a:lnTo>
                      <a:pt x="818460" y="813180"/>
                    </a:lnTo>
                    <a:lnTo>
                      <a:pt x="820284" y="522622"/>
                    </a:lnTo>
                    <a:cubicBezTo>
                      <a:pt x="821285" y="363119"/>
                      <a:pt x="903845" y="223207"/>
                      <a:pt x="1028952" y="143673"/>
                    </a:cubicBezTo>
                    <a:cubicBezTo>
                      <a:pt x="999689" y="108599"/>
                      <a:pt x="1002953" y="56445"/>
                      <a:pt x="1036755" y="24443"/>
                    </a:cubicBezTo>
                    <a:cubicBezTo>
                      <a:pt x="1072555" y="-9451"/>
                      <a:pt x="1129052" y="-7906"/>
                      <a:pt x="1162945" y="2789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" name="Round Same Side Corner Rectangle 11">
                <a:extLst>
                  <a:ext uri="{FF2B5EF4-FFF2-40B4-BE49-F238E27FC236}">
                    <a16:creationId xmlns:a16="http://schemas.microsoft.com/office/drawing/2014/main" id="{1A36E0CC-322E-41C8-99C9-4CB9B9855D39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9900000">
                <a:off x="-160627" y="1308440"/>
                <a:ext cx="368635" cy="313085"/>
              </a:xfrm>
              <a:custGeom>
                <a:avLst/>
                <a:gdLst/>
                <a:ahLst/>
                <a:cxnLst/>
                <a:rect l="l" t="t" r="r" b="b"/>
                <a:pathLst>
                  <a:path w="2911009" h="2472345">
                    <a:moveTo>
                      <a:pt x="2219598" y="1335309"/>
                    </a:moveTo>
                    <a:lnTo>
                      <a:pt x="2219598" y="1222573"/>
                    </a:lnTo>
                    <a:cubicBezTo>
                      <a:pt x="2219598" y="1176944"/>
                      <a:pt x="2241926" y="1136530"/>
                      <a:pt x="2277694" y="1113650"/>
                    </a:cubicBezTo>
                    <a:lnTo>
                      <a:pt x="2277694" y="137786"/>
                    </a:lnTo>
                    <a:cubicBezTo>
                      <a:pt x="2277694" y="61689"/>
                      <a:pt x="2339383" y="0"/>
                      <a:pt x="2415480" y="0"/>
                    </a:cubicBezTo>
                    <a:lnTo>
                      <a:pt x="2545196" y="0"/>
                    </a:lnTo>
                    <a:cubicBezTo>
                      <a:pt x="2621293" y="0"/>
                      <a:pt x="2682982" y="61689"/>
                      <a:pt x="2682982" y="137786"/>
                    </a:cubicBezTo>
                    <a:lnTo>
                      <a:pt x="2682982" y="1099067"/>
                    </a:lnTo>
                    <a:cubicBezTo>
                      <a:pt x="2730197" y="1120049"/>
                      <a:pt x="2762708" y="1167515"/>
                      <a:pt x="2762708" y="1222573"/>
                    </a:cubicBezTo>
                    <a:lnTo>
                      <a:pt x="2762708" y="1480834"/>
                    </a:lnTo>
                    <a:close/>
                    <a:moveTo>
                      <a:pt x="241900" y="1676361"/>
                    </a:moveTo>
                    <a:cubicBezTo>
                      <a:pt x="69371" y="1631107"/>
                      <a:pt x="-34146" y="1454930"/>
                      <a:pt x="10296" y="1282189"/>
                    </a:cubicBezTo>
                    <a:cubicBezTo>
                      <a:pt x="54739" y="1109449"/>
                      <a:pt x="230428" y="1005105"/>
                      <a:pt x="403375" y="1048736"/>
                    </a:cubicBezTo>
                    <a:cubicBezTo>
                      <a:pt x="349550" y="1257945"/>
                      <a:pt x="295726" y="1467153"/>
                      <a:pt x="241900" y="1676361"/>
                    </a:cubicBezTo>
                    <a:close/>
                    <a:moveTo>
                      <a:pt x="2578947" y="2467929"/>
                    </a:moveTo>
                    <a:lnTo>
                      <a:pt x="1957545" y="2301425"/>
                    </a:lnTo>
                    <a:lnTo>
                      <a:pt x="2194209" y="1418183"/>
                    </a:lnTo>
                    <a:lnTo>
                      <a:pt x="2815611" y="1584687"/>
                    </a:lnTo>
                    <a:cubicBezTo>
                      <a:pt x="2884250" y="1603079"/>
                      <a:pt x="2924985" y="1673632"/>
                      <a:pt x="2906593" y="1742272"/>
                    </a:cubicBezTo>
                    <a:lnTo>
                      <a:pt x="2736532" y="2376947"/>
                    </a:lnTo>
                    <a:cubicBezTo>
                      <a:pt x="2718140" y="2445587"/>
                      <a:pt x="2647586" y="2486321"/>
                      <a:pt x="2578947" y="2467929"/>
                    </a:cubicBezTo>
                    <a:close/>
                    <a:moveTo>
                      <a:pt x="610249" y="2287120"/>
                    </a:moveTo>
                    <a:lnTo>
                      <a:pt x="1020264" y="756923"/>
                    </a:lnTo>
                    <a:lnTo>
                      <a:pt x="2107356" y="1398691"/>
                    </a:lnTo>
                    <a:lnTo>
                      <a:pt x="1872582" y="2274879"/>
                    </a:lnTo>
                    <a:close/>
                    <a:moveTo>
                      <a:pt x="426016" y="2349577"/>
                    </a:moveTo>
                    <a:lnTo>
                      <a:pt x="243978" y="2300800"/>
                    </a:lnTo>
                    <a:cubicBezTo>
                      <a:pt x="205115" y="2290387"/>
                      <a:pt x="182051" y="2250439"/>
                      <a:pt x="192464" y="2211576"/>
                    </a:cubicBezTo>
                    <a:lnTo>
                      <a:pt x="620679" y="613455"/>
                    </a:lnTo>
                    <a:cubicBezTo>
                      <a:pt x="631093" y="574592"/>
                      <a:pt x="671040" y="551528"/>
                      <a:pt x="709903" y="561941"/>
                    </a:cubicBezTo>
                    <a:lnTo>
                      <a:pt x="891942" y="610718"/>
                    </a:lnTo>
                    <a:cubicBezTo>
                      <a:pt x="930805" y="621132"/>
                      <a:pt x="953869" y="661079"/>
                      <a:pt x="943455" y="699942"/>
                    </a:cubicBezTo>
                    <a:lnTo>
                      <a:pt x="515240" y="2298064"/>
                    </a:lnTo>
                    <a:cubicBezTo>
                      <a:pt x="504827" y="2336927"/>
                      <a:pt x="464879" y="2359990"/>
                      <a:pt x="426016" y="234957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dirty="0"/>
              </a:p>
            </p:txBody>
          </p:sp>
          <p:sp>
            <p:nvSpPr>
              <p:cNvPr id="34" name="Rounded Rectangle 1">
                <a:extLst>
                  <a:ext uri="{FF2B5EF4-FFF2-40B4-BE49-F238E27FC236}">
                    <a16:creationId xmlns:a16="http://schemas.microsoft.com/office/drawing/2014/main" id="{84BD4A0E-276F-4CF1-8A4F-8F0B49A5781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-118071" y="4049290"/>
                <a:ext cx="200630" cy="338573"/>
              </a:xfrm>
              <a:custGeom>
                <a:avLst/>
                <a:gdLst/>
                <a:ahLst/>
                <a:cxnLst/>
                <a:rect l="l" t="t" r="r" b="b"/>
                <a:pathLst>
                  <a:path w="2337548" h="3944720">
                    <a:moveTo>
                      <a:pt x="2013548" y="1242075"/>
                    </a:moveTo>
                    <a:lnTo>
                      <a:pt x="2337548" y="1242075"/>
                    </a:lnTo>
                    <a:lnTo>
                      <a:pt x="2337548" y="1945866"/>
                    </a:lnTo>
                    <a:lnTo>
                      <a:pt x="2337548" y="1962155"/>
                    </a:lnTo>
                    <a:lnTo>
                      <a:pt x="2336798" y="1962155"/>
                    </a:lnTo>
                    <a:cubicBezTo>
                      <a:pt x="2330129" y="2597501"/>
                      <a:pt x="1898450" y="3121603"/>
                      <a:pt x="1336990" y="3208701"/>
                    </a:cubicBezTo>
                    <a:lnTo>
                      <a:pt x="1336990" y="3620720"/>
                    </a:lnTo>
                    <a:lnTo>
                      <a:pt x="1895070" y="3620720"/>
                    </a:lnTo>
                    <a:lnTo>
                      <a:pt x="1895070" y="3944720"/>
                    </a:lnTo>
                    <a:lnTo>
                      <a:pt x="454910" y="3944720"/>
                    </a:lnTo>
                    <a:lnTo>
                      <a:pt x="454910" y="3620720"/>
                    </a:lnTo>
                    <a:lnTo>
                      <a:pt x="1012990" y="3620720"/>
                    </a:lnTo>
                    <a:lnTo>
                      <a:pt x="1012990" y="3210585"/>
                    </a:lnTo>
                    <a:cubicBezTo>
                      <a:pt x="447376" y="3129632"/>
                      <a:pt x="8655" y="2604919"/>
                      <a:pt x="389" y="1964536"/>
                    </a:cubicBezTo>
                    <a:lnTo>
                      <a:pt x="0" y="1964536"/>
                    </a:lnTo>
                    <a:lnTo>
                      <a:pt x="0" y="1244456"/>
                    </a:lnTo>
                    <a:lnTo>
                      <a:pt x="324000" y="1244456"/>
                    </a:lnTo>
                    <a:lnTo>
                      <a:pt x="324000" y="1964536"/>
                    </a:lnTo>
                    <a:lnTo>
                      <a:pt x="323361" y="1964536"/>
                    </a:lnTo>
                    <a:cubicBezTo>
                      <a:pt x="331926" y="2486037"/>
                      <a:pt x="710705" y="2903701"/>
                      <a:pt x="1173940" y="2900510"/>
                    </a:cubicBezTo>
                    <a:cubicBezTo>
                      <a:pt x="1634302" y="2897337"/>
                      <a:pt x="2006933" y="2479634"/>
                      <a:pt x="2014006" y="1962155"/>
                    </a:cubicBezTo>
                    <a:lnTo>
                      <a:pt x="2013548" y="1962155"/>
                    </a:lnTo>
                    <a:close/>
                    <a:moveTo>
                      <a:pt x="1168773" y="0"/>
                    </a:moveTo>
                    <a:cubicBezTo>
                      <a:pt x="1546536" y="0"/>
                      <a:pt x="1852773" y="306237"/>
                      <a:pt x="1852773" y="684000"/>
                    </a:cubicBezTo>
                    <a:lnTo>
                      <a:pt x="1852773" y="1980000"/>
                    </a:lnTo>
                    <a:cubicBezTo>
                      <a:pt x="1852773" y="2357763"/>
                      <a:pt x="1546536" y="2664000"/>
                      <a:pt x="1168773" y="2664000"/>
                    </a:cubicBezTo>
                    <a:cubicBezTo>
                      <a:pt x="791010" y="2664000"/>
                      <a:pt x="484773" y="2357763"/>
                      <a:pt x="484773" y="1980000"/>
                    </a:cubicBezTo>
                    <a:lnTo>
                      <a:pt x="484773" y="684000"/>
                    </a:lnTo>
                    <a:cubicBezTo>
                      <a:pt x="484773" y="306237"/>
                      <a:pt x="791010" y="0"/>
                      <a:pt x="1168773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5" name="Rounded Rectangle 5">
                <a:extLst>
                  <a:ext uri="{FF2B5EF4-FFF2-40B4-BE49-F238E27FC236}">
                    <a16:creationId xmlns:a16="http://schemas.microsoft.com/office/drawing/2014/main" id="{6515F851-974D-4CB9-8C9C-80B71B0B75B9}"/>
                  </a:ext>
                </a:extLst>
              </p:cNvPr>
              <p:cNvSpPr/>
              <p:nvPr/>
            </p:nvSpPr>
            <p:spPr>
              <a:xfrm flipH="1">
                <a:off x="9732521" y="1324586"/>
                <a:ext cx="375960" cy="310144"/>
              </a:xfrm>
              <a:custGeom>
                <a:avLst/>
                <a:gdLst>
                  <a:gd name="connsiteX0" fmla="*/ 1384251 w 3217557"/>
                  <a:gd name="connsiteY0" fmla="*/ 661544 h 2702049"/>
                  <a:gd name="connsiteX1" fmla="*/ 1574067 w 3217557"/>
                  <a:gd name="connsiteY1" fmla="*/ 851360 h 2702049"/>
                  <a:gd name="connsiteX2" fmla="*/ 1384251 w 3217557"/>
                  <a:gd name="connsiteY2" fmla="*/ 1041176 h 2702049"/>
                  <a:gd name="connsiteX3" fmla="*/ 1194435 w 3217557"/>
                  <a:gd name="connsiteY3" fmla="*/ 851360 h 2702049"/>
                  <a:gd name="connsiteX4" fmla="*/ 1384251 w 3217557"/>
                  <a:gd name="connsiteY4" fmla="*/ 661544 h 2702049"/>
                  <a:gd name="connsiteX5" fmla="*/ 1993421 w 3217557"/>
                  <a:gd name="connsiteY5" fmla="*/ 661544 h 2702049"/>
                  <a:gd name="connsiteX6" fmla="*/ 2183237 w 3217557"/>
                  <a:gd name="connsiteY6" fmla="*/ 851360 h 2702049"/>
                  <a:gd name="connsiteX7" fmla="*/ 1993421 w 3217557"/>
                  <a:gd name="connsiteY7" fmla="*/ 1041176 h 2702049"/>
                  <a:gd name="connsiteX8" fmla="*/ 1803605 w 3217557"/>
                  <a:gd name="connsiteY8" fmla="*/ 851360 h 2702049"/>
                  <a:gd name="connsiteX9" fmla="*/ 1993421 w 3217557"/>
                  <a:gd name="connsiteY9" fmla="*/ 661544 h 2702049"/>
                  <a:gd name="connsiteX10" fmla="*/ 2602591 w 3217557"/>
                  <a:gd name="connsiteY10" fmla="*/ 661544 h 2702049"/>
                  <a:gd name="connsiteX11" fmla="*/ 2792407 w 3217557"/>
                  <a:gd name="connsiteY11" fmla="*/ 851360 h 2702049"/>
                  <a:gd name="connsiteX12" fmla="*/ 2602591 w 3217557"/>
                  <a:gd name="connsiteY12" fmla="*/ 1041176 h 2702049"/>
                  <a:gd name="connsiteX13" fmla="*/ 2412775 w 3217557"/>
                  <a:gd name="connsiteY13" fmla="*/ 851360 h 2702049"/>
                  <a:gd name="connsiteX14" fmla="*/ 2602591 w 3217557"/>
                  <a:gd name="connsiteY14" fmla="*/ 661544 h 2702049"/>
                  <a:gd name="connsiteX15" fmla="*/ 677114 w 3217557"/>
                  <a:gd name="connsiteY15" fmla="*/ 569491 h 2702049"/>
                  <a:gd name="connsiteX16" fmla="*/ 330916 w 3217557"/>
                  <a:gd name="connsiteY16" fmla="*/ 569491 h 2702049"/>
                  <a:gd name="connsiteX17" fmla="*/ 0 w 3217557"/>
                  <a:gd name="connsiteY17" fmla="*/ 900407 h 2702049"/>
                  <a:gd name="connsiteX18" fmla="*/ 0 w 3217557"/>
                  <a:gd name="connsiteY18" fmla="*/ 1952009 h 2702049"/>
                  <a:gd name="connsiteX19" fmla="*/ 330916 w 3217557"/>
                  <a:gd name="connsiteY19" fmla="*/ 2282925 h 2702049"/>
                  <a:gd name="connsiteX20" fmla="*/ 711670 w 3217557"/>
                  <a:gd name="connsiteY20" fmla="*/ 2282925 h 2702049"/>
                  <a:gd name="connsiteX21" fmla="*/ 15770 w 3217557"/>
                  <a:gd name="connsiteY21" fmla="*/ 2702049 h 2702049"/>
                  <a:gd name="connsiteX22" fmla="*/ 1294529 w 3217557"/>
                  <a:gd name="connsiteY22" fmla="*/ 2282925 h 2702049"/>
                  <a:gd name="connsiteX23" fmla="*/ 2117356 w 3217557"/>
                  <a:gd name="connsiteY23" fmla="*/ 2282925 h 2702049"/>
                  <a:gd name="connsiteX24" fmla="*/ 2418395 w 3217557"/>
                  <a:gd name="connsiteY24" fmla="*/ 2087951 h 2702049"/>
                  <a:gd name="connsiteX25" fmla="*/ 1830857 w 3217557"/>
                  <a:gd name="connsiteY25" fmla="*/ 1799347 h 2702049"/>
                  <a:gd name="connsiteX26" fmla="*/ 1008030 w 3217557"/>
                  <a:gd name="connsiteY26" fmla="*/ 1799347 h 2702049"/>
                  <a:gd name="connsiteX27" fmla="*/ 677114 w 3217557"/>
                  <a:gd name="connsiteY27" fmla="*/ 1468431 h 2702049"/>
                  <a:gd name="connsiteX28" fmla="*/ 677114 w 3217557"/>
                  <a:gd name="connsiteY28" fmla="*/ 569491 h 2702049"/>
                  <a:gd name="connsiteX29" fmla="*/ 2886641 w 3217557"/>
                  <a:gd name="connsiteY29" fmla="*/ 0 h 2702049"/>
                  <a:gd name="connsiteX30" fmla="*/ 1100201 w 3217557"/>
                  <a:gd name="connsiteY30" fmla="*/ 0 h 2702049"/>
                  <a:gd name="connsiteX31" fmla="*/ 769285 w 3217557"/>
                  <a:gd name="connsiteY31" fmla="*/ 330916 h 2702049"/>
                  <a:gd name="connsiteX32" fmla="*/ 769285 w 3217557"/>
                  <a:gd name="connsiteY32" fmla="*/ 1382518 h 2702049"/>
                  <a:gd name="connsiteX33" fmla="*/ 1100201 w 3217557"/>
                  <a:gd name="connsiteY33" fmla="*/ 1713434 h 2702049"/>
                  <a:gd name="connsiteX34" fmla="*/ 1923028 w 3217557"/>
                  <a:gd name="connsiteY34" fmla="*/ 1713434 h 2702049"/>
                  <a:gd name="connsiteX35" fmla="*/ 3078958 w 3217557"/>
                  <a:gd name="connsiteY35" fmla="*/ 2077967 h 2702049"/>
                  <a:gd name="connsiteX36" fmla="*/ 2505887 w 3217557"/>
                  <a:gd name="connsiteY36" fmla="*/ 1713434 h 2702049"/>
                  <a:gd name="connsiteX37" fmla="*/ 2886641 w 3217557"/>
                  <a:gd name="connsiteY37" fmla="*/ 1713434 h 2702049"/>
                  <a:gd name="connsiteX38" fmla="*/ 3217557 w 3217557"/>
                  <a:gd name="connsiteY38" fmla="*/ 1382518 h 2702049"/>
                  <a:gd name="connsiteX39" fmla="*/ 3217557 w 3217557"/>
                  <a:gd name="connsiteY39" fmla="*/ 330916 h 2702049"/>
                  <a:gd name="connsiteX40" fmla="*/ 2886641 w 3217557"/>
                  <a:gd name="connsiteY40" fmla="*/ 0 h 2702049"/>
                  <a:gd name="connsiteX0" fmla="*/ 1384251 w 3217557"/>
                  <a:gd name="connsiteY0" fmla="*/ 661544 h 2702049"/>
                  <a:gd name="connsiteX1" fmla="*/ 1574067 w 3217557"/>
                  <a:gd name="connsiteY1" fmla="*/ 851360 h 2702049"/>
                  <a:gd name="connsiteX2" fmla="*/ 1384251 w 3217557"/>
                  <a:gd name="connsiteY2" fmla="*/ 1041176 h 2702049"/>
                  <a:gd name="connsiteX3" fmla="*/ 1194435 w 3217557"/>
                  <a:gd name="connsiteY3" fmla="*/ 851360 h 2702049"/>
                  <a:gd name="connsiteX4" fmla="*/ 1384251 w 3217557"/>
                  <a:gd name="connsiteY4" fmla="*/ 661544 h 2702049"/>
                  <a:gd name="connsiteX5" fmla="*/ 1993421 w 3217557"/>
                  <a:gd name="connsiteY5" fmla="*/ 661544 h 2702049"/>
                  <a:gd name="connsiteX6" fmla="*/ 2183237 w 3217557"/>
                  <a:gd name="connsiteY6" fmla="*/ 851360 h 2702049"/>
                  <a:gd name="connsiteX7" fmla="*/ 1993421 w 3217557"/>
                  <a:gd name="connsiteY7" fmla="*/ 1041176 h 2702049"/>
                  <a:gd name="connsiteX8" fmla="*/ 1803605 w 3217557"/>
                  <a:gd name="connsiteY8" fmla="*/ 851360 h 2702049"/>
                  <a:gd name="connsiteX9" fmla="*/ 1993421 w 3217557"/>
                  <a:gd name="connsiteY9" fmla="*/ 661544 h 2702049"/>
                  <a:gd name="connsiteX10" fmla="*/ 2602591 w 3217557"/>
                  <a:gd name="connsiteY10" fmla="*/ 661544 h 2702049"/>
                  <a:gd name="connsiteX11" fmla="*/ 2792407 w 3217557"/>
                  <a:gd name="connsiteY11" fmla="*/ 851360 h 2702049"/>
                  <a:gd name="connsiteX12" fmla="*/ 2602591 w 3217557"/>
                  <a:gd name="connsiteY12" fmla="*/ 1041176 h 2702049"/>
                  <a:gd name="connsiteX13" fmla="*/ 2412775 w 3217557"/>
                  <a:gd name="connsiteY13" fmla="*/ 851360 h 2702049"/>
                  <a:gd name="connsiteX14" fmla="*/ 2602591 w 3217557"/>
                  <a:gd name="connsiteY14" fmla="*/ 661544 h 2702049"/>
                  <a:gd name="connsiteX15" fmla="*/ 677114 w 3217557"/>
                  <a:gd name="connsiteY15" fmla="*/ 569491 h 2702049"/>
                  <a:gd name="connsiteX16" fmla="*/ 330916 w 3217557"/>
                  <a:gd name="connsiteY16" fmla="*/ 569491 h 2702049"/>
                  <a:gd name="connsiteX17" fmla="*/ 0 w 3217557"/>
                  <a:gd name="connsiteY17" fmla="*/ 900407 h 2702049"/>
                  <a:gd name="connsiteX18" fmla="*/ 0 w 3217557"/>
                  <a:gd name="connsiteY18" fmla="*/ 1952009 h 2702049"/>
                  <a:gd name="connsiteX19" fmla="*/ 330916 w 3217557"/>
                  <a:gd name="connsiteY19" fmla="*/ 2282925 h 2702049"/>
                  <a:gd name="connsiteX20" fmla="*/ 711670 w 3217557"/>
                  <a:gd name="connsiteY20" fmla="*/ 2282925 h 2702049"/>
                  <a:gd name="connsiteX21" fmla="*/ 15770 w 3217557"/>
                  <a:gd name="connsiteY21" fmla="*/ 2702049 h 2702049"/>
                  <a:gd name="connsiteX22" fmla="*/ 1294529 w 3217557"/>
                  <a:gd name="connsiteY22" fmla="*/ 2282925 h 2702049"/>
                  <a:gd name="connsiteX23" fmla="*/ 2117356 w 3217557"/>
                  <a:gd name="connsiteY23" fmla="*/ 2282925 h 2702049"/>
                  <a:gd name="connsiteX24" fmla="*/ 2418395 w 3217557"/>
                  <a:gd name="connsiteY24" fmla="*/ 2087951 h 2702049"/>
                  <a:gd name="connsiteX25" fmla="*/ 1830857 w 3217557"/>
                  <a:gd name="connsiteY25" fmla="*/ 1799347 h 2702049"/>
                  <a:gd name="connsiteX26" fmla="*/ 1008030 w 3217557"/>
                  <a:gd name="connsiteY26" fmla="*/ 1799347 h 2702049"/>
                  <a:gd name="connsiteX27" fmla="*/ 677114 w 3217557"/>
                  <a:gd name="connsiteY27" fmla="*/ 1468431 h 2702049"/>
                  <a:gd name="connsiteX28" fmla="*/ 677114 w 3217557"/>
                  <a:gd name="connsiteY28" fmla="*/ 569491 h 2702049"/>
                  <a:gd name="connsiteX29" fmla="*/ 2886641 w 3217557"/>
                  <a:gd name="connsiteY29" fmla="*/ 0 h 2702049"/>
                  <a:gd name="connsiteX30" fmla="*/ 1100201 w 3217557"/>
                  <a:gd name="connsiteY30" fmla="*/ 0 h 2702049"/>
                  <a:gd name="connsiteX31" fmla="*/ 769285 w 3217557"/>
                  <a:gd name="connsiteY31" fmla="*/ 330916 h 2702049"/>
                  <a:gd name="connsiteX32" fmla="*/ 769285 w 3217557"/>
                  <a:gd name="connsiteY32" fmla="*/ 1382518 h 2702049"/>
                  <a:gd name="connsiteX33" fmla="*/ 1100201 w 3217557"/>
                  <a:gd name="connsiteY33" fmla="*/ 1713434 h 2702049"/>
                  <a:gd name="connsiteX34" fmla="*/ 1923028 w 3217557"/>
                  <a:gd name="connsiteY34" fmla="*/ 1713434 h 2702049"/>
                  <a:gd name="connsiteX35" fmla="*/ 3078958 w 3217557"/>
                  <a:gd name="connsiteY35" fmla="*/ 2077967 h 2702049"/>
                  <a:gd name="connsiteX36" fmla="*/ 2505887 w 3217557"/>
                  <a:gd name="connsiteY36" fmla="*/ 1713434 h 2702049"/>
                  <a:gd name="connsiteX37" fmla="*/ 2886641 w 3217557"/>
                  <a:gd name="connsiteY37" fmla="*/ 1713434 h 2702049"/>
                  <a:gd name="connsiteX38" fmla="*/ 3217557 w 3217557"/>
                  <a:gd name="connsiteY38" fmla="*/ 1382518 h 2702049"/>
                  <a:gd name="connsiteX39" fmla="*/ 3217557 w 3217557"/>
                  <a:gd name="connsiteY39" fmla="*/ 330916 h 2702049"/>
                  <a:gd name="connsiteX40" fmla="*/ 2886641 w 3217557"/>
                  <a:gd name="connsiteY40" fmla="*/ 0 h 2702049"/>
                  <a:gd name="connsiteX0" fmla="*/ 1384251 w 3217557"/>
                  <a:gd name="connsiteY0" fmla="*/ 661544 h 2633810"/>
                  <a:gd name="connsiteX1" fmla="*/ 1574067 w 3217557"/>
                  <a:gd name="connsiteY1" fmla="*/ 851360 h 2633810"/>
                  <a:gd name="connsiteX2" fmla="*/ 1384251 w 3217557"/>
                  <a:gd name="connsiteY2" fmla="*/ 1041176 h 2633810"/>
                  <a:gd name="connsiteX3" fmla="*/ 1194435 w 3217557"/>
                  <a:gd name="connsiteY3" fmla="*/ 851360 h 2633810"/>
                  <a:gd name="connsiteX4" fmla="*/ 1384251 w 3217557"/>
                  <a:gd name="connsiteY4" fmla="*/ 661544 h 2633810"/>
                  <a:gd name="connsiteX5" fmla="*/ 1993421 w 3217557"/>
                  <a:gd name="connsiteY5" fmla="*/ 661544 h 2633810"/>
                  <a:gd name="connsiteX6" fmla="*/ 2183237 w 3217557"/>
                  <a:gd name="connsiteY6" fmla="*/ 851360 h 2633810"/>
                  <a:gd name="connsiteX7" fmla="*/ 1993421 w 3217557"/>
                  <a:gd name="connsiteY7" fmla="*/ 1041176 h 2633810"/>
                  <a:gd name="connsiteX8" fmla="*/ 1803605 w 3217557"/>
                  <a:gd name="connsiteY8" fmla="*/ 851360 h 2633810"/>
                  <a:gd name="connsiteX9" fmla="*/ 1993421 w 3217557"/>
                  <a:gd name="connsiteY9" fmla="*/ 661544 h 2633810"/>
                  <a:gd name="connsiteX10" fmla="*/ 2602591 w 3217557"/>
                  <a:gd name="connsiteY10" fmla="*/ 661544 h 2633810"/>
                  <a:gd name="connsiteX11" fmla="*/ 2792407 w 3217557"/>
                  <a:gd name="connsiteY11" fmla="*/ 851360 h 2633810"/>
                  <a:gd name="connsiteX12" fmla="*/ 2602591 w 3217557"/>
                  <a:gd name="connsiteY12" fmla="*/ 1041176 h 2633810"/>
                  <a:gd name="connsiteX13" fmla="*/ 2412775 w 3217557"/>
                  <a:gd name="connsiteY13" fmla="*/ 851360 h 2633810"/>
                  <a:gd name="connsiteX14" fmla="*/ 2602591 w 3217557"/>
                  <a:gd name="connsiteY14" fmla="*/ 661544 h 2633810"/>
                  <a:gd name="connsiteX15" fmla="*/ 677114 w 3217557"/>
                  <a:gd name="connsiteY15" fmla="*/ 569491 h 2633810"/>
                  <a:gd name="connsiteX16" fmla="*/ 330916 w 3217557"/>
                  <a:gd name="connsiteY16" fmla="*/ 569491 h 2633810"/>
                  <a:gd name="connsiteX17" fmla="*/ 0 w 3217557"/>
                  <a:gd name="connsiteY17" fmla="*/ 900407 h 2633810"/>
                  <a:gd name="connsiteX18" fmla="*/ 0 w 3217557"/>
                  <a:gd name="connsiteY18" fmla="*/ 1952009 h 2633810"/>
                  <a:gd name="connsiteX19" fmla="*/ 330916 w 3217557"/>
                  <a:gd name="connsiteY19" fmla="*/ 2282925 h 2633810"/>
                  <a:gd name="connsiteX20" fmla="*/ 711670 w 3217557"/>
                  <a:gd name="connsiteY20" fmla="*/ 2282925 h 2633810"/>
                  <a:gd name="connsiteX21" fmla="*/ 165895 w 3217557"/>
                  <a:gd name="connsiteY21" fmla="*/ 2633810 h 2633810"/>
                  <a:gd name="connsiteX22" fmla="*/ 1294529 w 3217557"/>
                  <a:gd name="connsiteY22" fmla="*/ 2282925 h 2633810"/>
                  <a:gd name="connsiteX23" fmla="*/ 2117356 w 3217557"/>
                  <a:gd name="connsiteY23" fmla="*/ 2282925 h 2633810"/>
                  <a:gd name="connsiteX24" fmla="*/ 2418395 w 3217557"/>
                  <a:gd name="connsiteY24" fmla="*/ 2087951 h 2633810"/>
                  <a:gd name="connsiteX25" fmla="*/ 1830857 w 3217557"/>
                  <a:gd name="connsiteY25" fmla="*/ 1799347 h 2633810"/>
                  <a:gd name="connsiteX26" fmla="*/ 1008030 w 3217557"/>
                  <a:gd name="connsiteY26" fmla="*/ 1799347 h 2633810"/>
                  <a:gd name="connsiteX27" fmla="*/ 677114 w 3217557"/>
                  <a:gd name="connsiteY27" fmla="*/ 1468431 h 2633810"/>
                  <a:gd name="connsiteX28" fmla="*/ 677114 w 3217557"/>
                  <a:gd name="connsiteY28" fmla="*/ 569491 h 2633810"/>
                  <a:gd name="connsiteX29" fmla="*/ 2886641 w 3217557"/>
                  <a:gd name="connsiteY29" fmla="*/ 0 h 2633810"/>
                  <a:gd name="connsiteX30" fmla="*/ 1100201 w 3217557"/>
                  <a:gd name="connsiteY30" fmla="*/ 0 h 2633810"/>
                  <a:gd name="connsiteX31" fmla="*/ 769285 w 3217557"/>
                  <a:gd name="connsiteY31" fmla="*/ 330916 h 2633810"/>
                  <a:gd name="connsiteX32" fmla="*/ 769285 w 3217557"/>
                  <a:gd name="connsiteY32" fmla="*/ 1382518 h 2633810"/>
                  <a:gd name="connsiteX33" fmla="*/ 1100201 w 3217557"/>
                  <a:gd name="connsiteY33" fmla="*/ 1713434 h 2633810"/>
                  <a:gd name="connsiteX34" fmla="*/ 1923028 w 3217557"/>
                  <a:gd name="connsiteY34" fmla="*/ 1713434 h 2633810"/>
                  <a:gd name="connsiteX35" fmla="*/ 3078958 w 3217557"/>
                  <a:gd name="connsiteY35" fmla="*/ 2077967 h 2633810"/>
                  <a:gd name="connsiteX36" fmla="*/ 2505887 w 3217557"/>
                  <a:gd name="connsiteY36" fmla="*/ 1713434 h 2633810"/>
                  <a:gd name="connsiteX37" fmla="*/ 2886641 w 3217557"/>
                  <a:gd name="connsiteY37" fmla="*/ 1713434 h 2633810"/>
                  <a:gd name="connsiteX38" fmla="*/ 3217557 w 3217557"/>
                  <a:gd name="connsiteY38" fmla="*/ 1382518 h 2633810"/>
                  <a:gd name="connsiteX39" fmla="*/ 3217557 w 3217557"/>
                  <a:gd name="connsiteY39" fmla="*/ 330916 h 2633810"/>
                  <a:gd name="connsiteX40" fmla="*/ 2886641 w 3217557"/>
                  <a:gd name="connsiteY40" fmla="*/ 0 h 2633810"/>
                  <a:gd name="connsiteX0" fmla="*/ 1384251 w 3217557"/>
                  <a:gd name="connsiteY0" fmla="*/ 661544 h 2633810"/>
                  <a:gd name="connsiteX1" fmla="*/ 1574067 w 3217557"/>
                  <a:gd name="connsiteY1" fmla="*/ 851360 h 2633810"/>
                  <a:gd name="connsiteX2" fmla="*/ 1384251 w 3217557"/>
                  <a:gd name="connsiteY2" fmla="*/ 1041176 h 2633810"/>
                  <a:gd name="connsiteX3" fmla="*/ 1194435 w 3217557"/>
                  <a:gd name="connsiteY3" fmla="*/ 851360 h 2633810"/>
                  <a:gd name="connsiteX4" fmla="*/ 1384251 w 3217557"/>
                  <a:gd name="connsiteY4" fmla="*/ 661544 h 2633810"/>
                  <a:gd name="connsiteX5" fmla="*/ 1993421 w 3217557"/>
                  <a:gd name="connsiteY5" fmla="*/ 661544 h 2633810"/>
                  <a:gd name="connsiteX6" fmla="*/ 2183237 w 3217557"/>
                  <a:gd name="connsiteY6" fmla="*/ 851360 h 2633810"/>
                  <a:gd name="connsiteX7" fmla="*/ 1993421 w 3217557"/>
                  <a:gd name="connsiteY7" fmla="*/ 1041176 h 2633810"/>
                  <a:gd name="connsiteX8" fmla="*/ 1803605 w 3217557"/>
                  <a:gd name="connsiteY8" fmla="*/ 851360 h 2633810"/>
                  <a:gd name="connsiteX9" fmla="*/ 1993421 w 3217557"/>
                  <a:gd name="connsiteY9" fmla="*/ 661544 h 2633810"/>
                  <a:gd name="connsiteX10" fmla="*/ 2602591 w 3217557"/>
                  <a:gd name="connsiteY10" fmla="*/ 661544 h 2633810"/>
                  <a:gd name="connsiteX11" fmla="*/ 2792407 w 3217557"/>
                  <a:gd name="connsiteY11" fmla="*/ 851360 h 2633810"/>
                  <a:gd name="connsiteX12" fmla="*/ 2602591 w 3217557"/>
                  <a:gd name="connsiteY12" fmla="*/ 1041176 h 2633810"/>
                  <a:gd name="connsiteX13" fmla="*/ 2412775 w 3217557"/>
                  <a:gd name="connsiteY13" fmla="*/ 851360 h 2633810"/>
                  <a:gd name="connsiteX14" fmla="*/ 2602591 w 3217557"/>
                  <a:gd name="connsiteY14" fmla="*/ 661544 h 2633810"/>
                  <a:gd name="connsiteX15" fmla="*/ 677114 w 3217557"/>
                  <a:gd name="connsiteY15" fmla="*/ 569491 h 2633810"/>
                  <a:gd name="connsiteX16" fmla="*/ 330916 w 3217557"/>
                  <a:gd name="connsiteY16" fmla="*/ 569491 h 2633810"/>
                  <a:gd name="connsiteX17" fmla="*/ 0 w 3217557"/>
                  <a:gd name="connsiteY17" fmla="*/ 900407 h 2633810"/>
                  <a:gd name="connsiteX18" fmla="*/ 0 w 3217557"/>
                  <a:gd name="connsiteY18" fmla="*/ 1952009 h 2633810"/>
                  <a:gd name="connsiteX19" fmla="*/ 330916 w 3217557"/>
                  <a:gd name="connsiteY19" fmla="*/ 2282925 h 2633810"/>
                  <a:gd name="connsiteX20" fmla="*/ 711670 w 3217557"/>
                  <a:gd name="connsiteY20" fmla="*/ 2282925 h 2633810"/>
                  <a:gd name="connsiteX21" fmla="*/ 165895 w 3217557"/>
                  <a:gd name="connsiteY21" fmla="*/ 2633810 h 2633810"/>
                  <a:gd name="connsiteX22" fmla="*/ 1294529 w 3217557"/>
                  <a:gd name="connsiteY22" fmla="*/ 2282925 h 2633810"/>
                  <a:gd name="connsiteX23" fmla="*/ 2117356 w 3217557"/>
                  <a:gd name="connsiteY23" fmla="*/ 2282925 h 2633810"/>
                  <a:gd name="connsiteX24" fmla="*/ 2418395 w 3217557"/>
                  <a:gd name="connsiteY24" fmla="*/ 2087951 h 2633810"/>
                  <a:gd name="connsiteX25" fmla="*/ 1830857 w 3217557"/>
                  <a:gd name="connsiteY25" fmla="*/ 1799347 h 2633810"/>
                  <a:gd name="connsiteX26" fmla="*/ 1008030 w 3217557"/>
                  <a:gd name="connsiteY26" fmla="*/ 1799347 h 2633810"/>
                  <a:gd name="connsiteX27" fmla="*/ 677114 w 3217557"/>
                  <a:gd name="connsiteY27" fmla="*/ 1468431 h 2633810"/>
                  <a:gd name="connsiteX28" fmla="*/ 677114 w 3217557"/>
                  <a:gd name="connsiteY28" fmla="*/ 569491 h 2633810"/>
                  <a:gd name="connsiteX29" fmla="*/ 2886641 w 3217557"/>
                  <a:gd name="connsiteY29" fmla="*/ 0 h 2633810"/>
                  <a:gd name="connsiteX30" fmla="*/ 1100201 w 3217557"/>
                  <a:gd name="connsiteY30" fmla="*/ 0 h 2633810"/>
                  <a:gd name="connsiteX31" fmla="*/ 769285 w 3217557"/>
                  <a:gd name="connsiteY31" fmla="*/ 330916 h 2633810"/>
                  <a:gd name="connsiteX32" fmla="*/ 769285 w 3217557"/>
                  <a:gd name="connsiteY32" fmla="*/ 1382518 h 2633810"/>
                  <a:gd name="connsiteX33" fmla="*/ 1100201 w 3217557"/>
                  <a:gd name="connsiteY33" fmla="*/ 1713434 h 2633810"/>
                  <a:gd name="connsiteX34" fmla="*/ 1923028 w 3217557"/>
                  <a:gd name="connsiteY34" fmla="*/ 1713434 h 2633810"/>
                  <a:gd name="connsiteX35" fmla="*/ 3078958 w 3217557"/>
                  <a:gd name="connsiteY35" fmla="*/ 2077967 h 2633810"/>
                  <a:gd name="connsiteX36" fmla="*/ 2505887 w 3217557"/>
                  <a:gd name="connsiteY36" fmla="*/ 1713434 h 2633810"/>
                  <a:gd name="connsiteX37" fmla="*/ 2886641 w 3217557"/>
                  <a:gd name="connsiteY37" fmla="*/ 1713434 h 2633810"/>
                  <a:gd name="connsiteX38" fmla="*/ 3217557 w 3217557"/>
                  <a:gd name="connsiteY38" fmla="*/ 1382518 h 2633810"/>
                  <a:gd name="connsiteX39" fmla="*/ 3217557 w 3217557"/>
                  <a:gd name="connsiteY39" fmla="*/ 330916 h 2633810"/>
                  <a:gd name="connsiteX40" fmla="*/ 2886641 w 3217557"/>
                  <a:gd name="connsiteY40" fmla="*/ 0 h 2633810"/>
                  <a:gd name="connsiteX0" fmla="*/ 1384251 w 3217557"/>
                  <a:gd name="connsiteY0" fmla="*/ 661544 h 2633810"/>
                  <a:gd name="connsiteX1" fmla="*/ 1574067 w 3217557"/>
                  <a:gd name="connsiteY1" fmla="*/ 851360 h 2633810"/>
                  <a:gd name="connsiteX2" fmla="*/ 1384251 w 3217557"/>
                  <a:gd name="connsiteY2" fmla="*/ 1041176 h 2633810"/>
                  <a:gd name="connsiteX3" fmla="*/ 1194435 w 3217557"/>
                  <a:gd name="connsiteY3" fmla="*/ 851360 h 2633810"/>
                  <a:gd name="connsiteX4" fmla="*/ 1384251 w 3217557"/>
                  <a:gd name="connsiteY4" fmla="*/ 661544 h 2633810"/>
                  <a:gd name="connsiteX5" fmla="*/ 1993421 w 3217557"/>
                  <a:gd name="connsiteY5" fmla="*/ 661544 h 2633810"/>
                  <a:gd name="connsiteX6" fmla="*/ 2183237 w 3217557"/>
                  <a:gd name="connsiteY6" fmla="*/ 851360 h 2633810"/>
                  <a:gd name="connsiteX7" fmla="*/ 1993421 w 3217557"/>
                  <a:gd name="connsiteY7" fmla="*/ 1041176 h 2633810"/>
                  <a:gd name="connsiteX8" fmla="*/ 1803605 w 3217557"/>
                  <a:gd name="connsiteY8" fmla="*/ 851360 h 2633810"/>
                  <a:gd name="connsiteX9" fmla="*/ 1993421 w 3217557"/>
                  <a:gd name="connsiteY9" fmla="*/ 661544 h 2633810"/>
                  <a:gd name="connsiteX10" fmla="*/ 2602591 w 3217557"/>
                  <a:gd name="connsiteY10" fmla="*/ 661544 h 2633810"/>
                  <a:gd name="connsiteX11" fmla="*/ 2792407 w 3217557"/>
                  <a:gd name="connsiteY11" fmla="*/ 851360 h 2633810"/>
                  <a:gd name="connsiteX12" fmla="*/ 2602591 w 3217557"/>
                  <a:gd name="connsiteY12" fmla="*/ 1041176 h 2633810"/>
                  <a:gd name="connsiteX13" fmla="*/ 2412775 w 3217557"/>
                  <a:gd name="connsiteY13" fmla="*/ 851360 h 2633810"/>
                  <a:gd name="connsiteX14" fmla="*/ 2602591 w 3217557"/>
                  <a:gd name="connsiteY14" fmla="*/ 661544 h 2633810"/>
                  <a:gd name="connsiteX15" fmla="*/ 677114 w 3217557"/>
                  <a:gd name="connsiteY15" fmla="*/ 569491 h 2633810"/>
                  <a:gd name="connsiteX16" fmla="*/ 330916 w 3217557"/>
                  <a:gd name="connsiteY16" fmla="*/ 569491 h 2633810"/>
                  <a:gd name="connsiteX17" fmla="*/ 0 w 3217557"/>
                  <a:gd name="connsiteY17" fmla="*/ 900407 h 2633810"/>
                  <a:gd name="connsiteX18" fmla="*/ 0 w 3217557"/>
                  <a:gd name="connsiteY18" fmla="*/ 1952009 h 2633810"/>
                  <a:gd name="connsiteX19" fmla="*/ 330916 w 3217557"/>
                  <a:gd name="connsiteY19" fmla="*/ 2282925 h 2633810"/>
                  <a:gd name="connsiteX20" fmla="*/ 711670 w 3217557"/>
                  <a:gd name="connsiteY20" fmla="*/ 2282925 h 2633810"/>
                  <a:gd name="connsiteX21" fmla="*/ 165895 w 3217557"/>
                  <a:gd name="connsiteY21" fmla="*/ 2633810 h 2633810"/>
                  <a:gd name="connsiteX22" fmla="*/ 1294529 w 3217557"/>
                  <a:gd name="connsiteY22" fmla="*/ 2282925 h 2633810"/>
                  <a:gd name="connsiteX23" fmla="*/ 2117356 w 3217557"/>
                  <a:gd name="connsiteY23" fmla="*/ 2282925 h 2633810"/>
                  <a:gd name="connsiteX24" fmla="*/ 2418395 w 3217557"/>
                  <a:gd name="connsiteY24" fmla="*/ 2087951 h 2633810"/>
                  <a:gd name="connsiteX25" fmla="*/ 1830857 w 3217557"/>
                  <a:gd name="connsiteY25" fmla="*/ 1799347 h 2633810"/>
                  <a:gd name="connsiteX26" fmla="*/ 1008030 w 3217557"/>
                  <a:gd name="connsiteY26" fmla="*/ 1799347 h 2633810"/>
                  <a:gd name="connsiteX27" fmla="*/ 677114 w 3217557"/>
                  <a:gd name="connsiteY27" fmla="*/ 1468431 h 2633810"/>
                  <a:gd name="connsiteX28" fmla="*/ 677114 w 3217557"/>
                  <a:gd name="connsiteY28" fmla="*/ 569491 h 2633810"/>
                  <a:gd name="connsiteX29" fmla="*/ 2886641 w 3217557"/>
                  <a:gd name="connsiteY29" fmla="*/ 0 h 2633810"/>
                  <a:gd name="connsiteX30" fmla="*/ 1100201 w 3217557"/>
                  <a:gd name="connsiteY30" fmla="*/ 0 h 2633810"/>
                  <a:gd name="connsiteX31" fmla="*/ 769285 w 3217557"/>
                  <a:gd name="connsiteY31" fmla="*/ 330916 h 2633810"/>
                  <a:gd name="connsiteX32" fmla="*/ 769285 w 3217557"/>
                  <a:gd name="connsiteY32" fmla="*/ 1382518 h 2633810"/>
                  <a:gd name="connsiteX33" fmla="*/ 1100201 w 3217557"/>
                  <a:gd name="connsiteY33" fmla="*/ 1713434 h 2633810"/>
                  <a:gd name="connsiteX34" fmla="*/ 1923028 w 3217557"/>
                  <a:gd name="connsiteY34" fmla="*/ 1713434 h 2633810"/>
                  <a:gd name="connsiteX35" fmla="*/ 3078958 w 3217557"/>
                  <a:gd name="connsiteY35" fmla="*/ 2077967 h 2633810"/>
                  <a:gd name="connsiteX36" fmla="*/ 2505887 w 3217557"/>
                  <a:gd name="connsiteY36" fmla="*/ 1713434 h 2633810"/>
                  <a:gd name="connsiteX37" fmla="*/ 2886641 w 3217557"/>
                  <a:gd name="connsiteY37" fmla="*/ 1713434 h 2633810"/>
                  <a:gd name="connsiteX38" fmla="*/ 3217557 w 3217557"/>
                  <a:gd name="connsiteY38" fmla="*/ 1382518 h 2633810"/>
                  <a:gd name="connsiteX39" fmla="*/ 3217557 w 3217557"/>
                  <a:gd name="connsiteY39" fmla="*/ 330916 h 2633810"/>
                  <a:gd name="connsiteX40" fmla="*/ 2886641 w 3217557"/>
                  <a:gd name="connsiteY40" fmla="*/ 0 h 2633810"/>
                  <a:gd name="connsiteX0" fmla="*/ 1384251 w 3217557"/>
                  <a:gd name="connsiteY0" fmla="*/ 661544 h 2654282"/>
                  <a:gd name="connsiteX1" fmla="*/ 1574067 w 3217557"/>
                  <a:gd name="connsiteY1" fmla="*/ 851360 h 2654282"/>
                  <a:gd name="connsiteX2" fmla="*/ 1384251 w 3217557"/>
                  <a:gd name="connsiteY2" fmla="*/ 1041176 h 2654282"/>
                  <a:gd name="connsiteX3" fmla="*/ 1194435 w 3217557"/>
                  <a:gd name="connsiteY3" fmla="*/ 851360 h 2654282"/>
                  <a:gd name="connsiteX4" fmla="*/ 1384251 w 3217557"/>
                  <a:gd name="connsiteY4" fmla="*/ 661544 h 2654282"/>
                  <a:gd name="connsiteX5" fmla="*/ 1993421 w 3217557"/>
                  <a:gd name="connsiteY5" fmla="*/ 661544 h 2654282"/>
                  <a:gd name="connsiteX6" fmla="*/ 2183237 w 3217557"/>
                  <a:gd name="connsiteY6" fmla="*/ 851360 h 2654282"/>
                  <a:gd name="connsiteX7" fmla="*/ 1993421 w 3217557"/>
                  <a:gd name="connsiteY7" fmla="*/ 1041176 h 2654282"/>
                  <a:gd name="connsiteX8" fmla="*/ 1803605 w 3217557"/>
                  <a:gd name="connsiteY8" fmla="*/ 851360 h 2654282"/>
                  <a:gd name="connsiteX9" fmla="*/ 1993421 w 3217557"/>
                  <a:gd name="connsiteY9" fmla="*/ 661544 h 2654282"/>
                  <a:gd name="connsiteX10" fmla="*/ 2602591 w 3217557"/>
                  <a:gd name="connsiteY10" fmla="*/ 661544 h 2654282"/>
                  <a:gd name="connsiteX11" fmla="*/ 2792407 w 3217557"/>
                  <a:gd name="connsiteY11" fmla="*/ 851360 h 2654282"/>
                  <a:gd name="connsiteX12" fmla="*/ 2602591 w 3217557"/>
                  <a:gd name="connsiteY12" fmla="*/ 1041176 h 2654282"/>
                  <a:gd name="connsiteX13" fmla="*/ 2412775 w 3217557"/>
                  <a:gd name="connsiteY13" fmla="*/ 851360 h 2654282"/>
                  <a:gd name="connsiteX14" fmla="*/ 2602591 w 3217557"/>
                  <a:gd name="connsiteY14" fmla="*/ 661544 h 2654282"/>
                  <a:gd name="connsiteX15" fmla="*/ 677114 w 3217557"/>
                  <a:gd name="connsiteY15" fmla="*/ 569491 h 2654282"/>
                  <a:gd name="connsiteX16" fmla="*/ 330916 w 3217557"/>
                  <a:gd name="connsiteY16" fmla="*/ 569491 h 2654282"/>
                  <a:gd name="connsiteX17" fmla="*/ 0 w 3217557"/>
                  <a:gd name="connsiteY17" fmla="*/ 900407 h 2654282"/>
                  <a:gd name="connsiteX18" fmla="*/ 0 w 3217557"/>
                  <a:gd name="connsiteY18" fmla="*/ 1952009 h 2654282"/>
                  <a:gd name="connsiteX19" fmla="*/ 330916 w 3217557"/>
                  <a:gd name="connsiteY19" fmla="*/ 2282925 h 2654282"/>
                  <a:gd name="connsiteX20" fmla="*/ 711670 w 3217557"/>
                  <a:gd name="connsiteY20" fmla="*/ 2282925 h 2654282"/>
                  <a:gd name="connsiteX21" fmla="*/ 275077 w 3217557"/>
                  <a:gd name="connsiteY21" fmla="*/ 2654282 h 2654282"/>
                  <a:gd name="connsiteX22" fmla="*/ 1294529 w 3217557"/>
                  <a:gd name="connsiteY22" fmla="*/ 2282925 h 2654282"/>
                  <a:gd name="connsiteX23" fmla="*/ 2117356 w 3217557"/>
                  <a:gd name="connsiteY23" fmla="*/ 2282925 h 2654282"/>
                  <a:gd name="connsiteX24" fmla="*/ 2418395 w 3217557"/>
                  <a:gd name="connsiteY24" fmla="*/ 2087951 h 2654282"/>
                  <a:gd name="connsiteX25" fmla="*/ 1830857 w 3217557"/>
                  <a:gd name="connsiteY25" fmla="*/ 1799347 h 2654282"/>
                  <a:gd name="connsiteX26" fmla="*/ 1008030 w 3217557"/>
                  <a:gd name="connsiteY26" fmla="*/ 1799347 h 2654282"/>
                  <a:gd name="connsiteX27" fmla="*/ 677114 w 3217557"/>
                  <a:gd name="connsiteY27" fmla="*/ 1468431 h 2654282"/>
                  <a:gd name="connsiteX28" fmla="*/ 677114 w 3217557"/>
                  <a:gd name="connsiteY28" fmla="*/ 569491 h 2654282"/>
                  <a:gd name="connsiteX29" fmla="*/ 2886641 w 3217557"/>
                  <a:gd name="connsiteY29" fmla="*/ 0 h 2654282"/>
                  <a:gd name="connsiteX30" fmla="*/ 1100201 w 3217557"/>
                  <a:gd name="connsiteY30" fmla="*/ 0 h 2654282"/>
                  <a:gd name="connsiteX31" fmla="*/ 769285 w 3217557"/>
                  <a:gd name="connsiteY31" fmla="*/ 330916 h 2654282"/>
                  <a:gd name="connsiteX32" fmla="*/ 769285 w 3217557"/>
                  <a:gd name="connsiteY32" fmla="*/ 1382518 h 2654282"/>
                  <a:gd name="connsiteX33" fmla="*/ 1100201 w 3217557"/>
                  <a:gd name="connsiteY33" fmla="*/ 1713434 h 2654282"/>
                  <a:gd name="connsiteX34" fmla="*/ 1923028 w 3217557"/>
                  <a:gd name="connsiteY34" fmla="*/ 1713434 h 2654282"/>
                  <a:gd name="connsiteX35" fmla="*/ 3078958 w 3217557"/>
                  <a:gd name="connsiteY35" fmla="*/ 2077967 h 2654282"/>
                  <a:gd name="connsiteX36" fmla="*/ 2505887 w 3217557"/>
                  <a:gd name="connsiteY36" fmla="*/ 1713434 h 2654282"/>
                  <a:gd name="connsiteX37" fmla="*/ 2886641 w 3217557"/>
                  <a:gd name="connsiteY37" fmla="*/ 1713434 h 2654282"/>
                  <a:gd name="connsiteX38" fmla="*/ 3217557 w 3217557"/>
                  <a:gd name="connsiteY38" fmla="*/ 1382518 h 2654282"/>
                  <a:gd name="connsiteX39" fmla="*/ 3217557 w 3217557"/>
                  <a:gd name="connsiteY39" fmla="*/ 330916 h 2654282"/>
                  <a:gd name="connsiteX40" fmla="*/ 2886641 w 3217557"/>
                  <a:gd name="connsiteY40" fmla="*/ 0 h 2654282"/>
                  <a:gd name="connsiteX0" fmla="*/ 1384251 w 3217557"/>
                  <a:gd name="connsiteY0" fmla="*/ 661544 h 2654282"/>
                  <a:gd name="connsiteX1" fmla="*/ 1574067 w 3217557"/>
                  <a:gd name="connsiteY1" fmla="*/ 851360 h 2654282"/>
                  <a:gd name="connsiteX2" fmla="*/ 1384251 w 3217557"/>
                  <a:gd name="connsiteY2" fmla="*/ 1041176 h 2654282"/>
                  <a:gd name="connsiteX3" fmla="*/ 1194435 w 3217557"/>
                  <a:gd name="connsiteY3" fmla="*/ 851360 h 2654282"/>
                  <a:gd name="connsiteX4" fmla="*/ 1384251 w 3217557"/>
                  <a:gd name="connsiteY4" fmla="*/ 661544 h 2654282"/>
                  <a:gd name="connsiteX5" fmla="*/ 1993421 w 3217557"/>
                  <a:gd name="connsiteY5" fmla="*/ 661544 h 2654282"/>
                  <a:gd name="connsiteX6" fmla="*/ 2183237 w 3217557"/>
                  <a:gd name="connsiteY6" fmla="*/ 851360 h 2654282"/>
                  <a:gd name="connsiteX7" fmla="*/ 1993421 w 3217557"/>
                  <a:gd name="connsiteY7" fmla="*/ 1041176 h 2654282"/>
                  <a:gd name="connsiteX8" fmla="*/ 1803605 w 3217557"/>
                  <a:gd name="connsiteY8" fmla="*/ 851360 h 2654282"/>
                  <a:gd name="connsiteX9" fmla="*/ 1993421 w 3217557"/>
                  <a:gd name="connsiteY9" fmla="*/ 661544 h 2654282"/>
                  <a:gd name="connsiteX10" fmla="*/ 2602591 w 3217557"/>
                  <a:gd name="connsiteY10" fmla="*/ 661544 h 2654282"/>
                  <a:gd name="connsiteX11" fmla="*/ 2792407 w 3217557"/>
                  <a:gd name="connsiteY11" fmla="*/ 851360 h 2654282"/>
                  <a:gd name="connsiteX12" fmla="*/ 2602591 w 3217557"/>
                  <a:gd name="connsiteY12" fmla="*/ 1041176 h 2654282"/>
                  <a:gd name="connsiteX13" fmla="*/ 2412775 w 3217557"/>
                  <a:gd name="connsiteY13" fmla="*/ 851360 h 2654282"/>
                  <a:gd name="connsiteX14" fmla="*/ 2602591 w 3217557"/>
                  <a:gd name="connsiteY14" fmla="*/ 661544 h 2654282"/>
                  <a:gd name="connsiteX15" fmla="*/ 677114 w 3217557"/>
                  <a:gd name="connsiteY15" fmla="*/ 569491 h 2654282"/>
                  <a:gd name="connsiteX16" fmla="*/ 330916 w 3217557"/>
                  <a:gd name="connsiteY16" fmla="*/ 569491 h 2654282"/>
                  <a:gd name="connsiteX17" fmla="*/ 0 w 3217557"/>
                  <a:gd name="connsiteY17" fmla="*/ 900407 h 2654282"/>
                  <a:gd name="connsiteX18" fmla="*/ 0 w 3217557"/>
                  <a:gd name="connsiteY18" fmla="*/ 1952009 h 2654282"/>
                  <a:gd name="connsiteX19" fmla="*/ 330916 w 3217557"/>
                  <a:gd name="connsiteY19" fmla="*/ 2282925 h 2654282"/>
                  <a:gd name="connsiteX20" fmla="*/ 711670 w 3217557"/>
                  <a:gd name="connsiteY20" fmla="*/ 2282925 h 2654282"/>
                  <a:gd name="connsiteX21" fmla="*/ 275077 w 3217557"/>
                  <a:gd name="connsiteY21" fmla="*/ 2654282 h 2654282"/>
                  <a:gd name="connsiteX22" fmla="*/ 1294529 w 3217557"/>
                  <a:gd name="connsiteY22" fmla="*/ 2282925 h 2654282"/>
                  <a:gd name="connsiteX23" fmla="*/ 2117356 w 3217557"/>
                  <a:gd name="connsiteY23" fmla="*/ 2282925 h 2654282"/>
                  <a:gd name="connsiteX24" fmla="*/ 2418395 w 3217557"/>
                  <a:gd name="connsiteY24" fmla="*/ 2087951 h 2654282"/>
                  <a:gd name="connsiteX25" fmla="*/ 1830857 w 3217557"/>
                  <a:gd name="connsiteY25" fmla="*/ 1799347 h 2654282"/>
                  <a:gd name="connsiteX26" fmla="*/ 1008030 w 3217557"/>
                  <a:gd name="connsiteY26" fmla="*/ 1799347 h 2654282"/>
                  <a:gd name="connsiteX27" fmla="*/ 677114 w 3217557"/>
                  <a:gd name="connsiteY27" fmla="*/ 1468431 h 2654282"/>
                  <a:gd name="connsiteX28" fmla="*/ 677114 w 3217557"/>
                  <a:gd name="connsiteY28" fmla="*/ 569491 h 2654282"/>
                  <a:gd name="connsiteX29" fmla="*/ 2886641 w 3217557"/>
                  <a:gd name="connsiteY29" fmla="*/ 0 h 2654282"/>
                  <a:gd name="connsiteX30" fmla="*/ 1100201 w 3217557"/>
                  <a:gd name="connsiteY30" fmla="*/ 0 h 2654282"/>
                  <a:gd name="connsiteX31" fmla="*/ 769285 w 3217557"/>
                  <a:gd name="connsiteY31" fmla="*/ 330916 h 2654282"/>
                  <a:gd name="connsiteX32" fmla="*/ 769285 w 3217557"/>
                  <a:gd name="connsiteY32" fmla="*/ 1382518 h 2654282"/>
                  <a:gd name="connsiteX33" fmla="*/ 1100201 w 3217557"/>
                  <a:gd name="connsiteY33" fmla="*/ 1713434 h 2654282"/>
                  <a:gd name="connsiteX34" fmla="*/ 1923028 w 3217557"/>
                  <a:gd name="connsiteY34" fmla="*/ 1713434 h 2654282"/>
                  <a:gd name="connsiteX35" fmla="*/ 3078958 w 3217557"/>
                  <a:gd name="connsiteY35" fmla="*/ 2077967 h 2654282"/>
                  <a:gd name="connsiteX36" fmla="*/ 2505887 w 3217557"/>
                  <a:gd name="connsiteY36" fmla="*/ 1713434 h 2654282"/>
                  <a:gd name="connsiteX37" fmla="*/ 2886641 w 3217557"/>
                  <a:gd name="connsiteY37" fmla="*/ 1713434 h 2654282"/>
                  <a:gd name="connsiteX38" fmla="*/ 3217557 w 3217557"/>
                  <a:gd name="connsiteY38" fmla="*/ 1382518 h 2654282"/>
                  <a:gd name="connsiteX39" fmla="*/ 3217557 w 3217557"/>
                  <a:gd name="connsiteY39" fmla="*/ 330916 h 2654282"/>
                  <a:gd name="connsiteX40" fmla="*/ 2886641 w 3217557"/>
                  <a:gd name="connsiteY40" fmla="*/ 0 h 2654282"/>
                  <a:gd name="connsiteX0" fmla="*/ 1384251 w 3217557"/>
                  <a:gd name="connsiteY0" fmla="*/ 661544 h 2654282"/>
                  <a:gd name="connsiteX1" fmla="*/ 1574067 w 3217557"/>
                  <a:gd name="connsiteY1" fmla="*/ 851360 h 2654282"/>
                  <a:gd name="connsiteX2" fmla="*/ 1384251 w 3217557"/>
                  <a:gd name="connsiteY2" fmla="*/ 1041176 h 2654282"/>
                  <a:gd name="connsiteX3" fmla="*/ 1194435 w 3217557"/>
                  <a:gd name="connsiteY3" fmla="*/ 851360 h 2654282"/>
                  <a:gd name="connsiteX4" fmla="*/ 1384251 w 3217557"/>
                  <a:gd name="connsiteY4" fmla="*/ 661544 h 2654282"/>
                  <a:gd name="connsiteX5" fmla="*/ 1993421 w 3217557"/>
                  <a:gd name="connsiteY5" fmla="*/ 661544 h 2654282"/>
                  <a:gd name="connsiteX6" fmla="*/ 2183237 w 3217557"/>
                  <a:gd name="connsiteY6" fmla="*/ 851360 h 2654282"/>
                  <a:gd name="connsiteX7" fmla="*/ 1993421 w 3217557"/>
                  <a:gd name="connsiteY7" fmla="*/ 1041176 h 2654282"/>
                  <a:gd name="connsiteX8" fmla="*/ 1803605 w 3217557"/>
                  <a:gd name="connsiteY8" fmla="*/ 851360 h 2654282"/>
                  <a:gd name="connsiteX9" fmla="*/ 1993421 w 3217557"/>
                  <a:gd name="connsiteY9" fmla="*/ 661544 h 2654282"/>
                  <a:gd name="connsiteX10" fmla="*/ 2602591 w 3217557"/>
                  <a:gd name="connsiteY10" fmla="*/ 661544 h 2654282"/>
                  <a:gd name="connsiteX11" fmla="*/ 2792407 w 3217557"/>
                  <a:gd name="connsiteY11" fmla="*/ 851360 h 2654282"/>
                  <a:gd name="connsiteX12" fmla="*/ 2602591 w 3217557"/>
                  <a:gd name="connsiteY12" fmla="*/ 1041176 h 2654282"/>
                  <a:gd name="connsiteX13" fmla="*/ 2412775 w 3217557"/>
                  <a:gd name="connsiteY13" fmla="*/ 851360 h 2654282"/>
                  <a:gd name="connsiteX14" fmla="*/ 2602591 w 3217557"/>
                  <a:gd name="connsiteY14" fmla="*/ 661544 h 2654282"/>
                  <a:gd name="connsiteX15" fmla="*/ 677114 w 3217557"/>
                  <a:gd name="connsiteY15" fmla="*/ 569491 h 2654282"/>
                  <a:gd name="connsiteX16" fmla="*/ 330916 w 3217557"/>
                  <a:gd name="connsiteY16" fmla="*/ 569491 h 2654282"/>
                  <a:gd name="connsiteX17" fmla="*/ 0 w 3217557"/>
                  <a:gd name="connsiteY17" fmla="*/ 900407 h 2654282"/>
                  <a:gd name="connsiteX18" fmla="*/ 0 w 3217557"/>
                  <a:gd name="connsiteY18" fmla="*/ 1952009 h 2654282"/>
                  <a:gd name="connsiteX19" fmla="*/ 330916 w 3217557"/>
                  <a:gd name="connsiteY19" fmla="*/ 2282925 h 2654282"/>
                  <a:gd name="connsiteX20" fmla="*/ 711670 w 3217557"/>
                  <a:gd name="connsiteY20" fmla="*/ 2282925 h 2654282"/>
                  <a:gd name="connsiteX21" fmla="*/ 275077 w 3217557"/>
                  <a:gd name="connsiteY21" fmla="*/ 2654282 h 2654282"/>
                  <a:gd name="connsiteX22" fmla="*/ 1294529 w 3217557"/>
                  <a:gd name="connsiteY22" fmla="*/ 2282925 h 2654282"/>
                  <a:gd name="connsiteX23" fmla="*/ 2117356 w 3217557"/>
                  <a:gd name="connsiteY23" fmla="*/ 2282925 h 2654282"/>
                  <a:gd name="connsiteX24" fmla="*/ 2418395 w 3217557"/>
                  <a:gd name="connsiteY24" fmla="*/ 2087951 h 2654282"/>
                  <a:gd name="connsiteX25" fmla="*/ 1830857 w 3217557"/>
                  <a:gd name="connsiteY25" fmla="*/ 1799347 h 2654282"/>
                  <a:gd name="connsiteX26" fmla="*/ 1008030 w 3217557"/>
                  <a:gd name="connsiteY26" fmla="*/ 1799347 h 2654282"/>
                  <a:gd name="connsiteX27" fmla="*/ 677114 w 3217557"/>
                  <a:gd name="connsiteY27" fmla="*/ 1468431 h 2654282"/>
                  <a:gd name="connsiteX28" fmla="*/ 677114 w 3217557"/>
                  <a:gd name="connsiteY28" fmla="*/ 569491 h 2654282"/>
                  <a:gd name="connsiteX29" fmla="*/ 2886641 w 3217557"/>
                  <a:gd name="connsiteY29" fmla="*/ 0 h 2654282"/>
                  <a:gd name="connsiteX30" fmla="*/ 1100201 w 3217557"/>
                  <a:gd name="connsiteY30" fmla="*/ 0 h 2654282"/>
                  <a:gd name="connsiteX31" fmla="*/ 769285 w 3217557"/>
                  <a:gd name="connsiteY31" fmla="*/ 330916 h 2654282"/>
                  <a:gd name="connsiteX32" fmla="*/ 769285 w 3217557"/>
                  <a:gd name="connsiteY32" fmla="*/ 1382518 h 2654282"/>
                  <a:gd name="connsiteX33" fmla="*/ 1100201 w 3217557"/>
                  <a:gd name="connsiteY33" fmla="*/ 1713434 h 2654282"/>
                  <a:gd name="connsiteX34" fmla="*/ 1923028 w 3217557"/>
                  <a:gd name="connsiteY34" fmla="*/ 1713434 h 2654282"/>
                  <a:gd name="connsiteX35" fmla="*/ 3078958 w 3217557"/>
                  <a:gd name="connsiteY35" fmla="*/ 2077967 h 2654282"/>
                  <a:gd name="connsiteX36" fmla="*/ 2505887 w 3217557"/>
                  <a:gd name="connsiteY36" fmla="*/ 1713434 h 2654282"/>
                  <a:gd name="connsiteX37" fmla="*/ 2886641 w 3217557"/>
                  <a:gd name="connsiteY37" fmla="*/ 1713434 h 2654282"/>
                  <a:gd name="connsiteX38" fmla="*/ 3217557 w 3217557"/>
                  <a:gd name="connsiteY38" fmla="*/ 1382518 h 2654282"/>
                  <a:gd name="connsiteX39" fmla="*/ 3217557 w 3217557"/>
                  <a:gd name="connsiteY39" fmla="*/ 330916 h 2654282"/>
                  <a:gd name="connsiteX40" fmla="*/ 2886641 w 3217557"/>
                  <a:gd name="connsiteY40" fmla="*/ 0 h 2654282"/>
                  <a:gd name="connsiteX0" fmla="*/ 1384251 w 3217557"/>
                  <a:gd name="connsiteY0" fmla="*/ 661544 h 2654282"/>
                  <a:gd name="connsiteX1" fmla="*/ 1574067 w 3217557"/>
                  <a:gd name="connsiteY1" fmla="*/ 851360 h 2654282"/>
                  <a:gd name="connsiteX2" fmla="*/ 1384251 w 3217557"/>
                  <a:gd name="connsiteY2" fmla="*/ 1041176 h 2654282"/>
                  <a:gd name="connsiteX3" fmla="*/ 1194435 w 3217557"/>
                  <a:gd name="connsiteY3" fmla="*/ 851360 h 2654282"/>
                  <a:gd name="connsiteX4" fmla="*/ 1384251 w 3217557"/>
                  <a:gd name="connsiteY4" fmla="*/ 661544 h 2654282"/>
                  <a:gd name="connsiteX5" fmla="*/ 1993421 w 3217557"/>
                  <a:gd name="connsiteY5" fmla="*/ 661544 h 2654282"/>
                  <a:gd name="connsiteX6" fmla="*/ 2183237 w 3217557"/>
                  <a:gd name="connsiteY6" fmla="*/ 851360 h 2654282"/>
                  <a:gd name="connsiteX7" fmla="*/ 1993421 w 3217557"/>
                  <a:gd name="connsiteY7" fmla="*/ 1041176 h 2654282"/>
                  <a:gd name="connsiteX8" fmla="*/ 1803605 w 3217557"/>
                  <a:gd name="connsiteY8" fmla="*/ 851360 h 2654282"/>
                  <a:gd name="connsiteX9" fmla="*/ 1993421 w 3217557"/>
                  <a:gd name="connsiteY9" fmla="*/ 661544 h 2654282"/>
                  <a:gd name="connsiteX10" fmla="*/ 2602591 w 3217557"/>
                  <a:gd name="connsiteY10" fmla="*/ 661544 h 2654282"/>
                  <a:gd name="connsiteX11" fmla="*/ 2792407 w 3217557"/>
                  <a:gd name="connsiteY11" fmla="*/ 851360 h 2654282"/>
                  <a:gd name="connsiteX12" fmla="*/ 2602591 w 3217557"/>
                  <a:gd name="connsiteY12" fmla="*/ 1041176 h 2654282"/>
                  <a:gd name="connsiteX13" fmla="*/ 2412775 w 3217557"/>
                  <a:gd name="connsiteY13" fmla="*/ 851360 h 2654282"/>
                  <a:gd name="connsiteX14" fmla="*/ 2602591 w 3217557"/>
                  <a:gd name="connsiteY14" fmla="*/ 661544 h 2654282"/>
                  <a:gd name="connsiteX15" fmla="*/ 677114 w 3217557"/>
                  <a:gd name="connsiteY15" fmla="*/ 569491 h 2654282"/>
                  <a:gd name="connsiteX16" fmla="*/ 330916 w 3217557"/>
                  <a:gd name="connsiteY16" fmla="*/ 569491 h 2654282"/>
                  <a:gd name="connsiteX17" fmla="*/ 0 w 3217557"/>
                  <a:gd name="connsiteY17" fmla="*/ 900407 h 2654282"/>
                  <a:gd name="connsiteX18" fmla="*/ 0 w 3217557"/>
                  <a:gd name="connsiteY18" fmla="*/ 1952009 h 2654282"/>
                  <a:gd name="connsiteX19" fmla="*/ 330916 w 3217557"/>
                  <a:gd name="connsiteY19" fmla="*/ 2282925 h 2654282"/>
                  <a:gd name="connsiteX20" fmla="*/ 711670 w 3217557"/>
                  <a:gd name="connsiteY20" fmla="*/ 2282925 h 2654282"/>
                  <a:gd name="connsiteX21" fmla="*/ 275077 w 3217557"/>
                  <a:gd name="connsiteY21" fmla="*/ 2654282 h 2654282"/>
                  <a:gd name="connsiteX22" fmla="*/ 1294529 w 3217557"/>
                  <a:gd name="connsiteY22" fmla="*/ 2282925 h 2654282"/>
                  <a:gd name="connsiteX23" fmla="*/ 2117356 w 3217557"/>
                  <a:gd name="connsiteY23" fmla="*/ 2282925 h 2654282"/>
                  <a:gd name="connsiteX24" fmla="*/ 2418395 w 3217557"/>
                  <a:gd name="connsiteY24" fmla="*/ 2087951 h 2654282"/>
                  <a:gd name="connsiteX25" fmla="*/ 1830857 w 3217557"/>
                  <a:gd name="connsiteY25" fmla="*/ 1799347 h 2654282"/>
                  <a:gd name="connsiteX26" fmla="*/ 1008030 w 3217557"/>
                  <a:gd name="connsiteY26" fmla="*/ 1799347 h 2654282"/>
                  <a:gd name="connsiteX27" fmla="*/ 677114 w 3217557"/>
                  <a:gd name="connsiteY27" fmla="*/ 1468431 h 2654282"/>
                  <a:gd name="connsiteX28" fmla="*/ 677114 w 3217557"/>
                  <a:gd name="connsiteY28" fmla="*/ 569491 h 2654282"/>
                  <a:gd name="connsiteX29" fmla="*/ 2886641 w 3217557"/>
                  <a:gd name="connsiteY29" fmla="*/ 0 h 2654282"/>
                  <a:gd name="connsiteX30" fmla="*/ 1100201 w 3217557"/>
                  <a:gd name="connsiteY30" fmla="*/ 0 h 2654282"/>
                  <a:gd name="connsiteX31" fmla="*/ 769285 w 3217557"/>
                  <a:gd name="connsiteY31" fmla="*/ 330916 h 2654282"/>
                  <a:gd name="connsiteX32" fmla="*/ 769285 w 3217557"/>
                  <a:gd name="connsiteY32" fmla="*/ 1382518 h 2654282"/>
                  <a:gd name="connsiteX33" fmla="*/ 1100201 w 3217557"/>
                  <a:gd name="connsiteY33" fmla="*/ 1713434 h 2654282"/>
                  <a:gd name="connsiteX34" fmla="*/ 1923028 w 3217557"/>
                  <a:gd name="connsiteY34" fmla="*/ 1713434 h 2654282"/>
                  <a:gd name="connsiteX35" fmla="*/ 3078958 w 3217557"/>
                  <a:gd name="connsiteY35" fmla="*/ 2077967 h 2654282"/>
                  <a:gd name="connsiteX36" fmla="*/ 2505887 w 3217557"/>
                  <a:gd name="connsiteY36" fmla="*/ 1713434 h 2654282"/>
                  <a:gd name="connsiteX37" fmla="*/ 2886641 w 3217557"/>
                  <a:gd name="connsiteY37" fmla="*/ 1713434 h 2654282"/>
                  <a:gd name="connsiteX38" fmla="*/ 3217557 w 3217557"/>
                  <a:gd name="connsiteY38" fmla="*/ 1382518 h 2654282"/>
                  <a:gd name="connsiteX39" fmla="*/ 3217557 w 3217557"/>
                  <a:gd name="connsiteY39" fmla="*/ 330916 h 2654282"/>
                  <a:gd name="connsiteX40" fmla="*/ 2886641 w 3217557"/>
                  <a:gd name="connsiteY40" fmla="*/ 0 h 2654282"/>
                  <a:gd name="connsiteX0" fmla="*/ 1384251 w 3217557"/>
                  <a:gd name="connsiteY0" fmla="*/ 661544 h 2654282"/>
                  <a:gd name="connsiteX1" fmla="*/ 1574067 w 3217557"/>
                  <a:gd name="connsiteY1" fmla="*/ 851360 h 2654282"/>
                  <a:gd name="connsiteX2" fmla="*/ 1384251 w 3217557"/>
                  <a:gd name="connsiteY2" fmla="*/ 1041176 h 2654282"/>
                  <a:gd name="connsiteX3" fmla="*/ 1194435 w 3217557"/>
                  <a:gd name="connsiteY3" fmla="*/ 851360 h 2654282"/>
                  <a:gd name="connsiteX4" fmla="*/ 1384251 w 3217557"/>
                  <a:gd name="connsiteY4" fmla="*/ 661544 h 2654282"/>
                  <a:gd name="connsiteX5" fmla="*/ 1993421 w 3217557"/>
                  <a:gd name="connsiteY5" fmla="*/ 661544 h 2654282"/>
                  <a:gd name="connsiteX6" fmla="*/ 2183237 w 3217557"/>
                  <a:gd name="connsiteY6" fmla="*/ 851360 h 2654282"/>
                  <a:gd name="connsiteX7" fmla="*/ 1993421 w 3217557"/>
                  <a:gd name="connsiteY7" fmla="*/ 1041176 h 2654282"/>
                  <a:gd name="connsiteX8" fmla="*/ 1803605 w 3217557"/>
                  <a:gd name="connsiteY8" fmla="*/ 851360 h 2654282"/>
                  <a:gd name="connsiteX9" fmla="*/ 1993421 w 3217557"/>
                  <a:gd name="connsiteY9" fmla="*/ 661544 h 2654282"/>
                  <a:gd name="connsiteX10" fmla="*/ 2602591 w 3217557"/>
                  <a:gd name="connsiteY10" fmla="*/ 661544 h 2654282"/>
                  <a:gd name="connsiteX11" fmla="*/ 2792407 w 3217557"/>
                  <a:gd name="connsiteY11" fmla="*/ 851360 h 2654282"/>
                  <a:gd name="connsiteX12" fmla="*/ 2602591 w 3217557"/>
                  <a:gd name="connsiteY12" fmla="*/ 1041176 h 2654282"/>
                  <a:gd name="connsiteX13" fmla="*/ 2412775 w 3217557"/>
                  <a:gd name="connsiteY13" fmla="*/ 851360 h 2654282"/>
                  <a:gd name="connsiteX14" fmla="*/ 2602591 w 3217557"/>
                  <a:gd name="connsiteY14" fmla="*/ 661544 h 2654282"/>
                  <a:gd name="connsiteX15" fmla="*/ 677114 w 3217557"/>
                  <a:gd name="connsiteY15" fmla="*/ 569491 h 2654282"/>
                  <a:gd name="connsiteX16" fmla="*/ 330916 w 3217557"/>
                  <a:gd name="connsiteY16" fmla="*/ 569491 h 2654282"/>
                  <a:gd name="connsiteX17" fmla="*/ 0 w 3217557"/>
                  <a:gd name="connsiteY17" fmla="*/ 900407 h 2654282"/>
                  <a:gd name="connsiteX18" fmla="*/ 0 w 3217557"/>
                  <a:gd name="connsiteY18" fmla="*/ 1952009 h 2654282"/>
                  <a:gd name="connsiteX19" fmla="*/ 330916 w 3217557"/>
                  <a:gd name="connsiteY19" fmla="*/ 2282925 h 2654282"/>
                  <a:gd name="connsiteX20" fmla="*/ 711670 w 3217557"/>
                  <a:gd name="connsiteY20" fmla="*/ 2282925 h 2654282"/>
                  <a:gd name="connsiteX21" fmla="*/ 275077 w 3217557"/>
                  <a:gd name="connsiteY21" fmla="*/ 2654282 h 2654282"/>
                  <a:gd name="connsiteX22" fmla="*/ 1294529 w 3217557"/>
                  <a:gd name="connsiteY22" fmla="*/ 2282925 h 2654282"/>
                  <a:gd name="connsiteX23" fmla="*/ 2117356 w 3217557"/>
                  <a:gd name="connsiteY23" fmla="*/ 2282925 h 2654282"/>
                  <a:gd name="connsiteX24" fmla="*/ 2418395 w 3217557"/>
                  <a:gd name="connsiteY24" fmla="*/ 2087951 h 2654282"/>
                  <a:gd name="connsiteX25" fmla="*/ 1830857 w 3217557"/>
                  <a:gd name="connsiteY25" fmla="*/ 1799347 h 2654282"/>
                  <a:gd name="connsiteX26" fmla="*/ 1008030 w 3217557"/>
                  <a:gd name="connsiteY26" fmla="*/ 1799347 h 2654282"/>
                  <a:gd name="connsiteX27" fmla="*/ 677114 w 3217557"/>
                  <a:gd name="connsiteY27" fmla="*/ 1468431 h 2654282"/>
                  <a:gd name="connsiteX28" fmla="*/ 677114 w 3217557"/>
                  <a:gd name="connsiteY28" fmla="*/ 569491 h 2654282"/>
                  <a:gd name="connsiteX29" fmla="*/ 2886641 w 3217557"/>
                  <a:gd name="connsiteY29" fmla="*/ 0 h 2654282"/>
                  <a:gd name="connsiteX30" fmla="*/ 1100201 w 3217557"/>
                  <a:gd name="connsiteY30" fmla="*/ 0 h 2654282"/>
                  <a:gd name="connsiteX31" fmla="*/ 769285 w 3217557"/>
                  <a:gd name="connsiteY31" fmla="*/ 330916 h 2654282"/>
                  <a:gd name="connsiteX32" fmla="*/ 769285 w 3217557"/>
                  <a:gd name="connsiteY32" fmla="*/ 1382518 h 2654282"/>
                  <a:gd name="connsiteX33" fmla="*/ 1100201 w 3217557"/>
                  <a:gd name="connsiteY33" fmla="*/ 1713434 h 2654282"/>
                  <a:gd name="connsiteX34" fmla="*/ 1923028 w 3217557"/>
                  <a:gd name="connsiteY34" fmla="*/ 1713434 h 2654282"/>
                  <a:gd name="connsiteX35" fmla="*/ 3078958 w 3217557"/>
                  <a:gd name="connsiteY35" fmla="*/ 2077967 h 2654282"/>
                  <a:gd name="connsiteX36" fmla="*/ 2505887 w 3217557"/>
                  <a:gd name="connsiteY36" fmla="*/ 1713434 h 2654282"/>
                  <a:gd name="connsiteX37" fmla="*/ 2886641 w 3217557"/>
                  <a:gd name="connsiteY37" fmla="*/ 1713434 h 2654282"/>
                  <a:gd name="connsiteX38" fmla="*/ 3217557 w 3217557"/>
                  <a:gd name="connsiteY38" fmla="*/ 1382518 h 2654282"/>
                  <a:gd name="connsiteX39" fmla="*/ 3217557 w 3217557"/>
                  <a:gd name="connsiteY39" fmla="*/ 330916 h 2654282"/>
                  <a:gd name="connsiteX40" fmla="*/ 2886641 w 3217557"/>
                  <a:gd name="connsiteY40" fmla="*/ 0 h 26542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3217557" h="2654282">
                    <a:moveTo>
                      <a:pt x="1384251" y="661544"/>
                    </a:moveTo>
                    <a:cubicBezTo>
                      <a:pt x="1489083" y="661544"/>
                      <a:pt x="1574067" y="746528"/>
                      <a:pt x="1574067" y="851360"/>
                    </a:cubicBezTo>
                    <a:cubicBezTo>
                      <a:pt x="1574067" y="956192"/>
                      <a:pt x="1489083" y="1041176"/>
                      <a:pt x="1384251" y="1041176"/>
                    </a:cubicBezTo>
                    <a:cubicBezTo>
                      <a:pt x="1279419" y="1041176"/>
                      <a:pt x="1194435" y="956192"/>
                      <a:pt x="1194435" y="851360"/>
                    </a:cubicBezTo>
                    <a:cubicBezTo>
                      <a:pt x="1194435" y="746528"/>
                      <a:pt x="1279419" y="661544"/>
                      <a:pt x="1384251" y="661544"/>
                    </a:cubicBezTo>
                    <a:close/>
                    <a:moveTo>
                      <a:pt x="1993421" y="661544"/>
                    </a:moveTo>
                    <a:cubicBezTo>
                      <a:pt x="2098253" y="661544"/>
                      <a:pt x="2183237" y="746528"/>
                      <a:pt x="2183237" y="851360"/>
                    </a:cubicBezTo>
                    <a:cubicBezTo>
                      <a:pt x="2183237" y="956192"/>
                      <a:pt x="2098253" y="1041176"/>
                      <a:pt x="1993421" y="1041176"/>
                    </a:cubicBezTo>
                    <a:cubicBezTo>
                      <a:pt x="1888589" y="1041176"/>
                      <a:pt x="1803605" y="956192"/>
                      <a:pt x="1803605" y="851360"/>
                    </a:cubicBezTo>
                    <a:cubicBezTo>
                      <a:pt x="1803605" y="746528"/>
                      <a:pt x="1888589" y="661544"/>
                      <a:pt x="1993421" y="661544"/>
                    </a:cubicBezTo>
                    <a:close/>
                    <a:moveTo>
                      <a:pt x="2602591" y="661544"/>
                    </a:moveTo>
                    <a:cubicBezTo>
                      <a:pt x="2707423" y="661544"/>
                      <a:pt x="2792407" y="746528"/>
                      <a:pt x="2792407" y="851360"/>
                    </a:cubicBezTo>
                    <a:cubicBezTo>
                      <a:pt x="2792407" y="956192"/>
                      <a:pt x="2707423" y="1041176"/>
                      <a:pt x="2602591" y="1041176"/>
                    </a:cubicBezTo>
                    <a:cubicBezTo>
                      <a:pt x="2497759" y="1041176"/>
                      <a:pt x="2412775" y="956192"/>
                      <a:pt x="2412775" y="851360"/>
                    </a:cubicBezTo>
                    <a:cubicBezTo>
                      <a:pt x="2412775" y="746528"/>
                      <a:pt x="2497759" y="661544"/>
                      <a:pt x="2602591" y="661544"/>
                    </a:cubicBezTo>
                    <a:close/>
                    <a:moveTo>
                      <a:pt x="677114" y="569491"/>
                    </a:moveTo>
                    <a:lnTo>
                      <a:pt x="330916" y="569491"/>
                    </a:lnTo>
                    <a:cubicBezTo>
                      <a:pt x="148156" y="569491"/>
                      <a:pt x="0" y="717647"/>
                      <a:pt x="0" y="900407"/>
                    </a:cubicBezTo>
                    <a:lnTo>
                      <a:pt x="0" y="1952009"/>
                    </a:lnTo>
                    <a:cubicBezTo>
                      <a:pt x="0" y="2134769"/>
                      <a:pt x="148156" y="2282925"/>
                      <a:pt x="330916" y="2282925"/>
                    </a:cubicBezTo>
                    <a:lnTo>
                      <a:pt x="711670" y="2282925"/>
                    </a:lnTo>
                    <a:cubicBezTo>
                      <a:pt x="639726" y="2394386"/>
                      <a:pt x="647101" y="2475544"/>
                      <a:pt x="275077" y="2654282"/>
                    </a:cubicBezTo>
                    <a:cubicBezTo>
                      <a:pt x="900998" y="2583693"/>
                      <a:pt x="998412" y="2552618"/>
                      <a:pt x="1294529" y="2282925"/>
                    </a:cubicBezTo>
                    <a:lnTo>
                      <a:pt x="2117356" y="2282925"/>
                    </a:lnTo>
                    <a:cubicBezTo>
                      <a:pt x="2251554" y="2282925"/>
                      <a:pt x="2367095" y="2203043"/>
                      <a:pt x="2418395" y="2087951"/>
                    </a:cubicBezTo>
                    <a:cubicBezTo>
                      <a:pt x="2205538" y="2022975"/>
                      <a:pt x="2032941" y="1932583"/>
                      <a:pt x="1830857" y="1799347"/>
                    </a:cubicBezTo>
                    <a:lnTo>
                      <a:pt x="1008030" y="1799347"/>
                    </a:lnTo>
                    <a:cubicBezTo>
                      <a:pt x="825270" y="1799347"/>
                      <a:pt x="677114" y="1651191"/>
                      <a:pt x="677114" y="1468431"/>
                    </a:cubicBezTo>
                    <a:lnTo>
                      <a:pt x="677114" y="569491"/>
                    </a:lnTo>
                    <a:close/>
                    <a:moveTo>
                      <a:pt x="2886641" y="0"/>
                    </a:moveTo>
                    <a:lnTo>
                      <a:pt x="1100201" y="0"/>
                    </a:lnTo>
                    <a:cubicBezTo>
                      <a:pt x="917441" y="0"/>
                      <a:pt x="769285" y="148156"/>
                      <a:pt x="769285" y="330916"/>
                    </a:cubicBezTo>
                    <a:lnTo>
                      <a:pt x="769285" y="1382518"/>
                    </a:lnTo>
                    <a:cubicBezTo>
                      <a:pt x="769285" y="1565278"/>
                      <a:pt x="917441" y="1713434"/>
                      <a:pt x="1100201" y="1713434"/>
                    </a:cubicBezTo>
                    <a:lnTo>
                      <a:pt x="1923028" y="1713434"/>
                    </a:lnTo>
                    <a:cubicBezTo>
                      <a:pt x="2301032" y="1962656"/>
                      <a:pt x="2453037" y="2007378"/>
                      <a:pt x="3078958" y="2077967"/>
                    </a:cubicBezTo>
                    <a:cubicBezTo>
                      <a:pt x="2713759" y="1878758"/>
                      <a:pt x="2673367" y="1899957"/>
                      <a:pt x="2505887" y="1713434"/>
                    </a:cubicBezTo>
                    <a:lnTo>
                      <a:pt x="2886641" y="1713434"/>
                    </a:lnTo>
                    <a:cubicBezTo>
                      <a:pt x="3069401" y="1713434"/>
                      <a:pt x="3217557" y="1565278"/>
                      <a:pt x="3217557" y="1382518"/>
                    </a:cubicBezTo>
                    <a:lnTo>
                      <a:pt x="3217557" y="330916"/>
                    </a:lnTo>
                    <a:cubicBezTo>
                      <a:pt x="3217557" y="148156"/>
                      <a:pt x="3069401" y="0"/>
                      <a:pt x="288664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dirty="0">
                  <a:solidFill>
                    <a:schemeClr val="accent6"/>
                  </a:solidFill>
                </a:endParaRPr>
              </a:p>
            </p:txBody>
          </p:sp>
          <p:sp>
            <p:nvSpPr>
              <p:cNvPr id="36" name="Rounded Rectangle 27">
                <a:extLst>
                  <a:ext uri="{FF2B5EF4-FFF2-40B4-BE49-F238E27FC236}">
                    <a16:creationId xmlns:a16="http://schemas.microsoft.com/office/drawing/2014/main" id="{CCD2B11E-A286-4401-8AC3-80452C9DCE02}"/>
                  </a:ext>
                </a:extLst>
              </p:cNvPr>
              <p:cNvSpPr/>
              <p:nvPr/>
            </p:nvSpPr>
            <p:spPr>
              <a:xfrm>
                <a:off x="9775990" y="2664632"/>
                <a:ext cx="332491" cy="255397"/>
              </a:xfrm>
              <a:custGeom>
                <a:avLst/>
                <a:gdLst/>
                <a:ahLst/>
                <a:cxnLst/>
                <a:rect l="l" t="t" r="r" b="b"/>
                <a:pathLst>
                  <a:path w="3186824" h="2447912">
                    <a:moveTo>
                      <a:pt x="1917737" y="1021643"/>
                    </a:moveTo>
                    <a:cubicBezTo>
                      <a:pt x="2188548" y="1021643"/>
                      <a:pt x="2408083" y="1241178"/>
                      <a:pt x="2408083" y="1511989"/>
                    </a:cubicBezTo>
                    <a:cubicBezTo>
                      <a:pt x="2408083" y="1782800"/>
                      <a:pt x="2188548" y="2002335"/>
                      <a:pt x="1917737" y="2002335"/>
                    </a:cubicBezTo>
                    <a:cubicBezTo>
                      <a:pt x="1646926" y="2002335"/>
                      <a:pt x="1427391" y="1782800"/>
                      <a:pt x="1427391" y="1511989"/>
                    </a:cubicBezTo>
                    <a:cubicBezTo>
                      <a:pt x="1427391" y="1241178"/>
                      <a:pt x="1646926" y="1021643"/>
                      <a:pt x="1917737" y="1021643"/>
                    </a:cubicBezTo>
                    <a:close/>
                    <a:moveTo>
                      <a:pt x="1917737" y="827913"/>
                    </a:moveTo>
                    <a:cubicBezTo>
                      <a:pt x="1539932" y="827913"/>
                      <a:pt x="1233661" y="1134184"/>
                      <a:pt x="1233661" y="1511989"/>
                    </a:cubicBezTo>
                    <a:cubicBezTo>
                      <a:pt x="1233661" y="1889794"/>
                      <a:pt x="1539932" y="2196065"/>
                      <a:pt x="1917737" y="2196065"/>
                    </a:cubicBezTo>
                    <a:cubicBezTo>
                      <a:pt x="2295542" y="2196065"/>
                      <a:pt x="2601813" y="1889794"/>
                      <a:pt x="2601813" y="1511989"/>
                    </a:cubicBezTo>
                    <a:cubicBezTo>
                      <a:pt x="2601813" y="1134184"/>
                      <a:pt x="2295542" y="827913"/>
                      <a:pt x="1917737" y="827913"/>
                    </a:cubicBezTo>
                    <a:close/>
                    <a:moveTo>
                      <a:pt x="1112286" y="675885"/>
                    </a:moveTo>
                    <a:lnTo>
                      <a:pt x="1112286" y="830188"/>
                    </a:lnTo>
                    <a:lnTo>
                      <a:pt x="1328310" y="830188"/>
                    </a:lnTo>
                    <a:lnTo>
                      <a:pt x="1328310" y="675885"/>
                    </a:lnTo>
                    <a:close/>
                    <a:moveTo>
                      <a:pt x="2586084" y="626422"/>
                    </a:moveTo>
                    <a:lnTo>
                      <a:pt x="2586084" y="830188"/>
                    </a:lnTo>
                    <a:lnTo>
                      <a:pt x="3001340" y="830188"/>
                    </a:lnTo>
                    <a:lnTo>
                      <a:pt x="3001340" y="626422"/>
                    </a:lnTo>
                    <a:close/>
                    <a:moveTo>
                      <a:pt x="1593701" y="108218"/>
                    </a:moveTo>
                    <a:lnTo>
                      <a:pt x="1593701" y="432905"/>
                    </a:lnTo>
                    <a:lnTo>
                      <a:pt x="2241773" y="432905"/>
                    </a:lnTo>
                    <a:lnTo>
                      <a:pt x="2241773" y="108218"/>
                    </a:lnTo>
                    <a:close/>
                    <a:moveTo>
                      <a:pt x="1452512" y="0"/>
                    </a:moveTo>
                    <a:lnTo>
                      <a:pt x="2382963" y="0"/>
                    </a:lnTo>
                    <a:cubicBezTo>
                      <a:pt x="2433311" y="0"/>
                      <a:pt x="2474127" y="40816"/>
                      <a:pt x="2474127" y="91164"/>
                    </a:cubicBezTo>
                    <a:lnTo>
                      <a:pt x="2474127" y="432905"/>
                    </a:lnTo>
                    <a:lnTo>
                      <a:pt x="2933014" y="432905"/>
                    </a:lnTo>
                    <a:cubicBezTo>
                      <a:pt x="3073189" y="432905"/>
                      <a:pt x="3186824" y="546540"/>
                      <a:pt x="3186824" y="686715"/>
                    </a:cubicBezTo>
                    <a:lnTo>
                      <a:pt x="3186824" y="2194102"/>
                    </a:lnTo>
                    <a:cubicBezTo>
                      <a:pt x="3186824" y="2334277"/>
                      <a:pt x="3073189" y="2447912"/>
                      <a:pt x="2933014" y="2447912"/>
                    </a:cubicBezTo>
                    <a:lnTo>
                      <a:pt x="253810" y="2447912"/>
                    </a:lnTo>
                    <a:cubicBezTo>
                      <a:pt x="113635" y="2447912"/>
                      <a:pt x="0" y="2334277"/>
                      <a:pt x="0" y="2194102"/>
                    </a:cubicBezTo>
                    <a:lnTo>
                      <a:pt x="0" y="686715"/>
                    </a:lnTo>
                    <a:cubicBezTo>
                      <a:pt x="0" y="546540"/>
                      <a:pt x="113635" y="432905"/>
                      <a:pt x="253810" y="432905"/>
                    </a:cubicBezTo>
                    <a:lnTo>
                      <a:pt x="307082" y="432905"/>
                    </a:lnTo>
                    <a:lnTo>
                      <a:pt x="307082" y="313169"/>
                    </a:lnTo>
                    <a:cubicBezTo>
                      <a:pt x="307082" y="287995"/>
                      <a:pt x="327490" y="267587"/>
                      <a:pt x="352664" y="267587"/>
                    </a:cubicBezTo>
                    <a:lnTo>
                      <a:pt x="817888" y="267587"/>
                    </a:lnTo>
                    <a:cubicBezTo>
                      <a:pt x="843062" y="267587"/>
                      <a:pt x="863470" y="287995"/>
                      <a:pt x="863470" y="313169"/>
                    </a:cubicBezTo>
                    <a:lnTo>
                      <a:pt x="863470" y="432905"/>
                    </a:lnTo>
                    <a:lnTo>
                      <a:pt x="1361348" y="432905"/>
                    </a:lnTo>
                    <a:lnTo>
                      <a:pt x="1361348" y="91164"/>
                    </a:lnTo>
                    <a:cubicBezTo>
                      <a:pt x="1361348" y="40816"/>
                      <a:pt x="1402164" y="0"/>
                      <a:pt x="1452512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dirty="0"/>
              </a:p>
            </p:txBody>
          </p:sp>
          <p:sp>
            <p:nvSpPr>
              <p:cNvPr id="37" name="Oval 21">
                <a:extLst>
                  <a:ext uri="{FF2B5EF4-FFF2-40B4-BE49-F238E27FC236}">
                    <a16:creationId xmlns:a16="http://schemas.microsoft.com/office/drawing/2014/main" id="{3F373EA1-D95C-455B-8084-5B8576C502DD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20700000">
                <a:off x="9748437" y="4058625"/>
                <a:ext cx="387594" cy="314845"/>
              </a:xfrm>
              <a:custGeom>
                <a:avLst/>
                <a:gdLst/>
                <a:ahLst/>
                <a:cxnLst/>
                <a:rect l="l" t="t" r="r" b="b"/>
                <a:pathLst>
                  <a:path w="4088377" h="3321003">
                    <a:moveTo>
                      <a:pt x="1365628" y="1622218"/>
                    </a:moveTo>
                    <a:cubicBezTo>
                      <a:pt x="1121373" y="1556771"/>
                      <a:pt x="870309" y="1701722"/>
                      <a:pt x="804861" y="1945977"/>
                    </a:cubicBezTo>
                    <a:cubicBezTo>
                      <a:pt x="739413" y="2190232"/>
                      <a:pt x="884365" y="2441296"/>
                      <a:pt x="1128620" y="2506744"/>
                    </a:cubicBezTo>
                    <a:cubicBezTo>
                      <a:pt x="1372875" y="2572191"/>
                      <a:pt x="1623939" y="2427240"/>
                      <a:pt x="1689387" y="2182985"/>
                    </a:cubicBezTo>
                    <a:cubicBezTo>
                      <a:pt x="1754835" y="1938730"/>
                      <a:pt x="1609883" y="1687666"/>
                      <a:pt x="1365628" y="1622218"/>
                    </a:cubicBezTo>
                    <a:close/>
                    <a:moveTo>
                      <a:pt x="1447099" y="1318163"/>
                    </a:moveTo>
                    <a:cubicBezTo>
                      <a:pt x="1859279" y="1428606"/>
                      <a:pt x="2103885" y="1852277"/>
                      <a:pt x="1993442" y="2264456"/>
                    </a:cubicBezTo>
                    <a:cubicBezTo>
                      <a:pt x="1882999" y="2676636"/>
                      <a:pt x="1459328" y="2921242"/>
                      <a:pt x="1047149" y="2810799"/>
                    </a:cubicBezTo>
                    <a:cubicBezTo>
                      <a:pt x="634969" y="2700356"/>
                      <a:pt x="390363" y="2276685"/>
                      <a:pt x="500806" y="1864505"/>
                    </a:cubicBezTo>
                    <a:cubicBezTo>
                      <a:pt x="611249" y="1452326"/>
                      <a:pt x="1034920" y="1207720"/>
                      <a:pt x="1447099" y="1318163"/>
                    </a:cubicBezTo>
                    <a:close/>
                    <a:moveTo>
                      <a:pt x="1476725" y="1207597"/>
                    </a:moveTo>
                    <a:cubicBezTo>
                      <a:pt x="1003481" y="1080792"/>
                      <a:pt x="517045" y="1361635"/>
                      <a:pt x="390240" y="1834879"/>
                    </a:cubicBezTo>
                    <a:cubicBezTo>
                      <a:pt x="263435" y="2308124"/>
                      <a:pt x="544279" y="2794559"/>
                      <a:pt x="1017523" y="2921365"/>
                    </a:cubicBezTo>
                    <a:cubicBezTo>
                      <a:pt x="1490767" y="3048170"/>
                      <a:pt x="1977202" y="2767326"/>
                      <a:pt x="2104008" y="2294082"/>
                    </a:cubicBezTo>
                    <a:cubicBezTo>
                      <a:pt x="2230813" y="1820838"/>
                      <a:pt x="1949969" y="1334403"/>
                      <a:pt x="1476725" y="1207597"/>
                    </a:cubicBezTo>
                    <a:close/>
                    <a:moveTo>
                      <a:pt x="3290290" y="1590224"/>
                    </a:moveTo>
                    <a:cubicBezTo>
                      <a:pt x="3269727" y="1586016"/>
                      <a:pt x="3248437" y="1583806"/>
                      <a:pt x="3226630" y="1583806"/>
                    </a:cubicBezTo>
                    <a:cubicBezTo>
                      <a:pt x="3052179" y="1583806"/>
                      <a:pt x="2910758" y="1725227"/>
                      <a:pt x="2910758" y="1899678"/>
                    </a:cubicBezTo>
                    <a:cubicBezTo>
                      <a:pt x="2910758" y="2074130"/>
                      <a:pt x="3052179" y="2215551"/>
                      <a:pt x="3226630" y="2215550"/>
                    </a:cubicBezTo>
                    <a:cubicBezTo>
                      <a:pt x="3401082" y="2215551"/>
                      <a:pt x="3542503" y="2074130"/>
                      <a:pt x="3542502" y="1899678"/>
                    </a:cubicBezTo>
                    <a:cubicBezTo>
                      <a:pt x="3542503" y="1747033"/>
                      <a:pt x="3434228" y="1619677"/>
                      <a:pt x="3290290" y="1590224"/>
                    </a:cubicBezTo>
                    <a:close/>
                    <a:moveTo>
                      <a:pt x="3334055" y="1377473"/>
                    </a:moveTo>
                    <a:cubicBezTo>
                      <a:pt x="3576950" y="1427177"/>
                      <a:pt x="3759665" y="1642090"/>
                      <a:pt x="3759665" y="1899678"/>
                    </a:cubicBezTo>
                    <a:cubicBezTo>
                      <a:pt x="3759665" y="2194064"/>
                      <a:pt x="3521017" y="2432713"/>
                      <a:pt x="3226630" y="2432713"/>
                    </a:cubicBezTo>
                    <a:cubicBezTo>
                      <a:pt x="2932244" y="2432712"/>
                      <a:pt x="2693596" y="2194065"/>
                      <a:pt x="2693596" y="1899678"/>
                    </a:cubicBezTo>
                    <a:cubicBezTo>
                      <a:pt x="2693596" y="1605292"/>
                      <a:pt x="2932244" y="1366644"/>
                      <a:pt x="3226630" y="1366644"/>
                    </a:cubicBezTo>
                    <a:cubicBezTo>
                      <a:pt x="3263429" y="1366644"/>
                      <a:pt x="3299356" y="1370373"/>
                      <a:pt x="3334055" y="1377473"/>
                    </a:cubicBezTo>
                    <a:close/>
                    <a:moveTo>
                      <a:pt x="1391137" y="789478"/>
                    </a:moveTo>
                    <a:lnTo>
                      <a:pt x="1759910" y="888290"/>
                    </a:lnTo>
                    <a:lnTo>
                      <a:pt x="1754625" y="1202375"/>
                    </a:lnTo>
                    <a:lnTo>
                      <a:pt x="1744979" y="1199790"/>
                    </a:lnTo>
                    <a:cubicBezTo>
                      <a:pt x="1823578" y="1244024"/>
                      <a:pt x="1894617" y="1298265"/>
                      <a:pt x="1954704" y="1362586"/>
                    </a:cubicBezTo>
                    <a:lnTo>
                      <a:pt x="2234317" y="1293059"/>
                    </a:lnTo>
                    <a:lnTo>
                      <a:pt x="2413554" y="1630152"/>
                    </a:lnTo>
                    <a:lnTo>
                      <a:pt x="2214321" y="1809770"/>
                    </a:lnTo>
                    <a:cubicBezTo>
                      <a:pt x="2239296" y="1900740"/>
                      <a:pt x="2251067" y="1995997"/>
                      <a:pt x="2246841" y="2092825"/>
                    </a:cubicBezTo>
                    <a:lnTo>
                      <a:pt x="2495698" y="2230974"/>
                    </a:lnTo>
                    <a:lnTo>
                      <a:pt x="2396885" y="2599747"/>
                    </a:lnTo>
                    <a:lnTo>
                      <a:pt x="2094912" y="2594668"/>
                    </a:lnTo>
                    <a:cubicBezTo>
                      <a:pt x="2056732" y="2658461"/>
                      <a:pt x="2010475" y="2715996"/>
                      <a:pt x="1958644" y="2767359"/>
                    </a:cubicBezTo>
                    <a:lnTo>
                      <a:pt x="2057814" y="3026193"/>
                    </a:lnTo>
                    <a:lnTo>
                      <a:pt x="1745078" y="3245174"/>
                    </a:lnTo>
                    <a:lnTo>
                      <a:pt x="1507869" y="3039237"/>
                    </a:lnTo>
                    <a:lnTo>
                      <a:pt x="1536736" y="3019025"/>
                    </a:lnTo>
                    <a:cubicBezTo>
                      <a:pt x="1445878" y="3048429"/>
                      <a:pt x="1349798" y="3062567"/>
                      <a:pt x="1251837" y="3062021"/>
                    </a:cubicBezTo>
                    <a:lnTo>
                      <a:pt x="1108065" y="3321003"/>
                    </a:lnTo>
                    <a:lnTo>
                      <a:pt x="739291" y="3222191"/>
                    </a:lnTo>
                    <a:lnTo>
                      <a:pt x="744274" y="2926021"/>
                    </a:lnTo>
                    <a:cubicBezTo>
                      <a:pt x="666128" y="2881484"/>
                      <a:pt x="595548" y="2827017"/>
                      <a:pt x="535891" y="2762576"/>
                    </a:cubicBezTo>
                    <a:lnTo>
                      <a:pt x="540671" y="2772825"/>
                    </a:lnTo>
                    <a:lnTo>
                      <a:pt x="232276" y="2832568"/>
                    </a:lnTo>
                    <a:lnTo>
                      <a:pt x="70927" y="2486556"/>
                    </a:lnTo>
                    <a:lnTo>
                      <a:pt x="279495" y="2317444"/>
                    </a:lnTo>
                    <a:cubicBezTo>
                      <a:pt x="257233" y="2235849"/>
                      <a:pt x="245603" y="2150814"/>
                      <a:pt x="245586" y="2064274"/>
                    </a:cubicBezTo>
                    <a:lnTo>
                      <a:pt x="0" y="1927940"/>
                    </a:lnTo>
                    <a:lnTo>
                      <a:pt x="98812" y="1559167"/>
                    </a:lnTo>
                    <a:lnTo>
                      <a:pt x="380240" y="1563901"/>
                    </a:lnTo>
                    <a:cubicBezTo>
                      <a:pt x="418421" y="1496524"/>
                      <a:pt x="464524" y="1435092"/>
                      <a:pt x="516679" y="1380105"/>
                    </a:cubicBezTo>
                    <a:lnTo>
                      <a:pt x="422419" y="1089378"/>
                    </a:lnTo>
                    <a:lnTo>
                      <a:pt x="746189" y="887063"/>
                    </a:lnTo>
                    <a:lnTo>
                      <a:pt x="972292" y="1105134"/>
                    </a:lnTo>
                    <a:lnTo>
                      <a:pt x="970019" y="1106554"/>
                    </a:lnTo>
                    <a:cubicBezTo>
                      <a:pt x="1058903" y="1078586"/>
                      <a:pt x="1152743" y="1065659"/>
                      <a:pt x="1248316" y="1066709"/>
                    </a:cubicBezTo>
                    <a:lnTo>
                      <a:pt x="1238669" y="1064125"/>
                    </a:lnTo>
                    <a:close/>
                    <a:moveTo>
                      <a:pt x="3349970" y="1300109"/>
                    </a:moveTo>
                    <a:cubicBezTo>
                      <a:pt x="3310130" y="1291957"/>
                      <a:pt x="3268880" y="1287676"/>
                      <a:pt x="3226630" y="1287676"/>
                    </a:cubicBezTo>
                    <a:cubicBezTo>
                      <a:pt x="2888631" y="1287676"/>
                      <a:pt x="2614628" y="1561679"/>
                      <a:pt x="2614628" y="1899678"/>
                    </a:cubicBezTo>
                    <a:cubicBezTo>
                      <a:pt x="2614628" y="2237678"/>
                      <a:pt x="2888630" y="2511680"/>
                      <a:pt x="3226630" y="2511681"/>
                    </a:cubicBezTo>
                    <a:cubicBezTo>
                      <a:pt x="3564630" y="2511681"/>
                      <a:pt x="3838633" y="2237678"/>
                      <a:pt x="3838633" y="1899678"/>
                    </a:cubicBezTo>
                    <a:cubicBezTo>
                      <a:pt x="3838632" y="1603928"/>
                      <a:pt x="3628849" y="1357176"/>
                      <a:pt x="3349970" y="1300109"/>
                    </a:cubicBezTo>
                    <a:close/>
                    <a:moveTo>
                      <a:pt x="3358324" y="1024334"/>
                    </a:moveTo>
                    <a:lnTo>
                      <a:pt x="3410883" y="1234575"/>
                    </a:lnTo>
                    <a:lnTo>
                      <a:pt x="3403994" y="1234575"/>
                    </a:lnTo>
                    <a:cubicBezTo>
                      <a:pt x="3464268" y="1250018"/>
                      <a:pt x="3521292" y="1273478"/>
                      <a:pt x="3572818" y="1305612"/>
                    </a:cubicBezTo>
                    <a:lnTo>
                      <a:pt x="3746730" y="1209354"/>
                    </a:lnTo>
                    <a:lnTo>
                      <a:pt x="3926358" y="1401981"/>
                    </a:lnTo>
                    <a:lnTo>
                      <a:pt x="3825667" y="1557247"/>
                    </a:lnTo>
                    <a:cubicBezTo>
                      <a:pt x="3858552" y="1613408"/>
                      <a:pt x="3883404" y="1674784"/>
                      <a:pt x="3897877" y="1740062"/>
                    </a:cubicBezTo>
                    <a:lnTo>
                      <a:pt x="4088377" y="1787686"/>
                    </a:lnTo>
                    <a:lnTo>
                      <a:pt x="4088377" y="2051071"/>
                    </a:lnTo>
                    <a:lnTo>
                      <a:pt x="3886243" y="2101605"/>
                    </a:lnTo>
                    <a:cubicBezTo>
                      <a:pt x="3872191" y="2150933"/>
                      <a:pt x="3851639" y="2197531"/>
                      <a:pt x="3826272" y="2241013"/>
                    </a:cubicBezTo>
                    <a:lnTo>
                      <a:pt x="3938572" y="2395786"/>
                    </a:lnTo>
                    <a:lnTo>
                      <a:pt x="3769272" y="2597551"/>
                    </a:lnTo>
                    <a:lnTo>
                      <a:pt x="3574432" y="2502674"/>
                    </a:lnTo>
                    <a:lnTo>
                      <a:pt x="3590059" y="2484050"/>
                    </a:lnTo>
                    <a:cubicBezTo>
                      <a:pt x="3534764" y="2519868"/>
                      <a:pt x="3473263" y="2546445"/>
                      <a:pt x="3407886" y="2563572"/>
                    </a:cubicBezTo>
                    <a:lnTo>
                      <a:pt x="3358323" y="2761823"/>
                    </a:lnTo>
                    <a:lnTo>
                      <a:pt x="3094938" y="2761823"/>
                    </a:lnTo>
                    <a:lnTo>
                      <a:pt x="3045375" y="2563574"/>
                    </a:lnTo>
                    <a:cubicBezTo>
                      <a:pt x="2985349" y="2547848"/>
                      <a:pt x="2928591" y="2524155"/>
                      <a:pt x="2877330" y="2491865"/>
                    </a:cubicBezTo>
                    <a:lnTo>
                      <a:pt x="2882346" y="2497841"/>
                    </a:lnTo>
                    <a:lnTo>
                      <a:pt x="2687507" y="2592718"/>
                    </a:lnTo>
                    <a:lnTo>
                      <a:pt x="2518206" y="2390954"/>
                    </a:lnTo>
                    <a:lnTo>
                      <a:pt x="2626994" y="2241021"/>
                    </a:lnTo>
                    <a:cubicBezTo>
                      <a:pt x="2597591" y="2190623"/>
                      <a:pt x="2574657" y="2136035"/>
                      <a:pt x="2559194" y="2078370"/>
                    </a:cubicBezTo>
                    <a:lnTo>
                      <a:pt x="2371198" y="2031371"/>
                    </a:lnTo>
                    <a:lnTo>
                      <a:pt x="2371198" y="1767986"/>
                    </a:lnTo>
                    <a:lnTo>
                      <a:pt x="2559579" y="1720890"/>
                    </a:lnTo>
                    <a:cubicBezTo>
                      <a:pt x="2572992" y="1669175"/>
                      <a:pt x="2592745" y="1620006"/>
                      <a:pt x="2617681" y="1574051"/>
                    </a:cubicBezTo>
                    <a:lnTo>
                      <a:pt x="2502958" y="1397149"/>
                    </a:lnTo>
                    <a:lnTo>
                      <a:pt x="2682587" y="1204520"/>
                    </a:lnTo>
                    <a:lnTo>
                      <a:pt x="2872193" y="1309466"/>
                    </a:lnTo>
                    <a:lnTo>
                      <a:pt x="2870932" y="1310818"/>
                    </a:lnTo>
                    <a:cubicBezTo>
                      <a:pt x="2925169" y="1276310"/>
                      <a:pt x="2985393" y="1250941"/>
                      <a:pt x="3049268" y="1234575"/>
                    </a:cubicBezTo>
                    <a:lnTo>
                      <a:pt x="3042378" y="1234576"/>
                    </a:lnTo>
                    <a:lnTo>
                      <a:pt x="3094939" y="1024334"/>
                    </a:lnTo>
                    <a:close/>
                    <a:moveTo>
                      <a:pt x="2786480" y="402820"/>
                    </a:moveTo>
                    <a:cubicBezTo>
                      <a:pt x="2745900" y="389943"/>
                      <a:pt x="2701172" y="388627"/>
                      <a:pt x="2657264" y="401580"/>
                    </a:cubicBezTo>
                    <a:cubicBezTo>
                      <a:pt x="2540176" y="436121"/>
                      <a:pt x="2473258" y="559041"/>
                      <a:pt x="2507800" y="676128"/>
                    </a:cubicBezTo>
                    <a:cubicBezTo>
                      <a:pt x="2542340" y="793216"/>
                      <a:pt x="2665260" y="860133"/>
                      <a:pt x="2782348" y="825592"/>
                    </a:cubicBezTo>
                    <a:cubicBezTo>
                      <a:pt x="2899435" y="791051"/>
                      <a:pt x="2966353" y="668132"/>
                      <a:pt x="2931812" y="551045"/>
                    </a:cubicBezTo>
                    <a:cubicBezTo>
                      <a:pt x="2910223" y="477864"/>
                      <a:pt x="2854113" y="424282"/>
                      <a:pt x="2786480" y="402820"/>
                    </a:cubicBezTo>
                    <a:close/>
                    <a:moveTo>
                      <a:pt x="2932202" y="47278"/>
                    </a:moveTo>
                    <a:lnTo>
                      <a:pt x="3090904" y="140999"/>
                    </a:lnTo>
                    <a:lnTo>
                      <a:pt x="3054065" y="265147"/>
                    </a:lnTo>
                    <a:cubicBezTo>
                      <a:pt x="3087256" y="296329"/>
                      <a:pt x="3116089" y="332603"/>
                      <a:pt x="3138727" y="373550"/>
                    </a:cubicBezTo>
                    <a:lnTo>
                      <a:pt x="3276016" y="367796"/>
                    </a:lnTo>
                    <a:lnTo>
                      <a:pt x="3328165" y="544574"/>
                    </a:lnTo>
                    <a:lnTo>
                      <a:pt x="3202503" y="618514"/>
                    </a:lnTo>
                    <a:cubicBezTo>
                      <a:pt x="3202838" y="654403"/>
                      <a:pt x="3198271" y="689748"/>
                      <a:pt x="3189855" y="723955"/>
                    </a:cubicBezTo>
                    <a:lnTo>
                      <a:pt x="3295873" y="805599"/>
                    </a:lnTo>
                    <a:lnTo>
                      <a:pt x="3222192" y="974540"/>
                    </a:lnTo>
                    <a:lnTo>
                      <a:pt x="3072634" y="949439"/>
                    </a:lnTo>
                    <a:lnTo>
                      <a:pt x="3079435" y="933845"/>
                    </a:lnTo>
                    <a:cubicBezTo>
                      <a:pt x="3049413" y="968833"/>
                      <a:pt x="3013398" y="998848"/>
                      <a:pt x="2972910" y="1023288"/>
                    </a:cubicBezTo>
                    <a:lnTo>
                      <a:pt x="2978897" y="1166163"/>
                    </a:lnTo>
                    <a:lnTo>
                      <a:pt x="2802119" y="1218312"/>
                    </a:lnTo>
                    <a:lnTo>
                      <a:pt x="2729602" y="1095065"/>
                    </a:lnTo>
                    <a:cubicBezTo>
                      <a:pt x="2686199" y="1096396"/>
                      <a:pt x="2643414" y="1091732"/>
                      <a:pt x="2602615" y="1080209"/>
                    </a:cubicBezTo>
                    <a:lnTo>
                      <a:pt x="2607165" y="1083226"/>
                    </a:lnTo>
                    <a:lnTo>
                      <a:pt x="2495179" y="1185484"/>
                    </a:lnTo>
                    <a:lnTo>
                      <a:pt x="2341599" y="1083585"/>
                    </a:lnTo>
                    <a:lnTo>
                      <a:pt x="2384929" y="961414"/>
                    </a:lnTo>
                    <a:cubicBezTo>
                      <a:pt x="2355215" y="933409"/>
                      <a:pt x="2329015" y="901312"/>
                      <a:pt x="2307218" y="865670"/>
                    </a:cubicBezTo>
                    <a:lnTo>
                      <a:pt x="2171734" y="871348"/>
                    </a:lnTo>
                    <a:lnTo>
                      <a:pt x="2119584" y="694571"/>
                    </a:lnTo>
                    <a:lnTo>
                      <a:pt x="2236697" y="625662"/>
                    </a:lnTo>
                    <a:cubicBezTo>
                      <a:pt x="2235459" y="588297"/>
                      <a:pt x="2238982" y="551385"/>
                      <a:pt x="2246620" y="515603"/>
                    </a:cubicBezTo>
                    <a:lnTo>
                      <a:pt x="2134594" y="419585"/>
                    </a:lnTo>
                    <a:lnTo>
                      <a:pt x="2217016" y="254732"/>
                    </a:lnTo>
                    <a:lnTo>
                      <a:pt x="2365055" y="287627"/>
                    </a:lnTo>
                    <a:lnTo>
                      <a:pt x="2364476" y="288784"/>
                    </a:lnTo>
                    <a:cubicBezTo>
                      <a:pt x="2394046" y="254885"/>
                      <a:pt x="2429444" y="225933"/>
                      <a:pt x="2469075" y="202302"/>
                    </a:cubicBezTo>
                    <a:lnTo>
                      <a:pt x="2464452" y="203666"/>
                    </a:lnTo>
                    <a:lnTo>
                      <a:pt x="2458102" y="52150"/>
                    </a:lnTo>
                    <a:lnTo>
                      <a:pt x="2634880" y="0"/>
                    </a:lnTo>
                    <a:lnTo>
                      <a:pt x="2711784" y="130703"/>
                    </a:lnTo>
                    <a:lnTo>
                      <a:pt x="2707159" y="132067"/>
                    </a:lnTo>
                    <a:cubicBezTo>
                      <a:pt x="2750672" y="130497"/>
                      <a:pt x="2793590" y="134953"/>
                      <a:pt x="2834535" y="14631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7A37037-C301-47F1-B685-9A212C481F71}"/>
                </a:ext>
              </a:extLst>
            </p:cNvPr>
            <p:cNvSpPr txBox="1"/>
            <p:nvPr/>
          </p:nvSpPr>
          <p:spPr>
            <a:xfrm>
              <a:off x="1551265" y="2322245"/>
              <a:ext cx="14903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Filter Group 2</a:t>
              </a:r>
              <a:endPara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2918124-1D3A-4B62-9429-1DC4105FB6EA}"/>
                </a:ext>
              </a:extLst>
            </p:cNvPr>
            <p:cNvSpPr txBox="1"/>
            <p:nvPr/>
          </p:nvSpPr>
          <p:spPr>
            <a:xfrm>
              <a:off x="1537805" y="3238947"/>
              <a:ext cx="14903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Filter Group 3</a:t>
              </a:r>
              <a:endPara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F230B97-FED3-497D-802A-16F75AA7DA30}"/>
                </a:ext>
              </a:extLst>
            </p:cNvPr>
            <p:cNvSpPr txBox="1"/>
            <p:nvPr/>
          </p:nvSpPr>
          <p:spPr>
            <a:xfrm>
              <a:off x="6610092" y="1383032"/>
              <a:ext cx="14903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Filter Group 4</a:t>
              </a:r>
              <a:endPara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50C6ADA2-B82E-4FA8-8D44-F51FED748106}"/>
                </a:ext>
              </a:extLst>
            </p:cNvPr>
            <p:cNvSpPr txBox="1"/>
            <p:nvPr/>
          </p:nvSpPr>
          <p:spPr>
            <a:xfrm>
              <a:off x="6610092" y="2317095"/>
              <a:ext cx="14903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Filter Group 5</a:t>
              </a:r>
              <a:endPara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66B6EC0-40D2-4E73-A1C8-E6351C4F59D4}"/>
                </a:ext>
              </a:extLst>
            </p:cNvPr>
            <p:cNvSpPr txBox="1"/>
            <p:nvPr/>
          </p:nvSpPr>
          <p:spPr>
            <a:xfrm>
              <a:off x="6584900" y="3228635"/>
              <a:ext cx="14903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Filter Group 6</a:t>
              </a:r>
              <a:endPara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C33F4C56-BA0C-4E31-9231-000DECF46F82}"/>
              </a:ext>
            </a:extLst>
          </p:cNvPr>
          <p:cNvSpPr/>
          <p:nvPr/>
        </p:nvSpPr>
        <p:spPr>
          <a:xfrm>
            <a:off x="3796464" y="3673329"/>
            <a:ext cx="1789282" cy="965193"/>
          </a:xfrm>
          <a:prstGeom prst="rect">
            <a:avLst/>
          </a:prstGeom>
          <a:solidFill>
            <a:srgbClr val="F8B2A3"/>
          </a:solidFill>
          <a:ln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88D1935-316A-43C5-BFC3-CA8F20EFEBDC}"/>
              </a:ext>
            </a:extLst>
          </p:cNvPr>
          <p:cNvSpPr txBox="1"/>
          <p:nvPr/>
        </p:nvSpPr>
        <p:spPr>
          <a:xfrm>
            <a:off x="3778584" y="3748329"/>
            <a:ext cx="13547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bg1"/>
                </a:solidFill>
                <a:cs typeface="Arial" pitchFamily="34" charset="0"/>
              </a:rPr>
              <a:t>Raw File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822A6CE-7BF8-4446-B5C7-98C3E1BF83B8}"/>
              </a:ext>
            </a:extLst>
          </p:cNvPr>
          <p:cNvSpPr/>
          <p:nvPr/>
        </p:nvSpPr>
        <p:spPr>
          <a:xfrm>
            <a:off x="4511461" y="4129999"/>
            <a:ext cx="1017626" cy="413114"/>
          </a:xfrm>
          <a:prstGeom prst="roundRect">
            <a:avLst/>
          </a:prstGeom>
          <a:solidFill>
            <a:srgbClr val="9AD3E9"/>
          </a:solidFill>
          <a:ln>
            <a:solidFill>
              <a:schemeClr val="accent3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Filter Group</a:t>
            </a:r>
            <a:endParaRPr lang="th-TH"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B30ABC01-70EF-4C79-97C3-CBA4D7B6D6BE}"/>
              </a:ext>
            </a:extLst>
          </p:cNvPr>
          <p:cNvSpPr/>
          <p:nvPr/>
        </p:nvSpPr>
        <p:spPr>
          <a:xfrm>
            <a:off x="5848313" y="3912912"/>
            <a:ext cx="893300" cy="486025"/>
          </a:xfrm>
          <a:prstGeom prst="rightArrow">
            <a:avLst/>
          </a:prstGeom>
          <a:solidFill>
            <a:srgbClr val="A4B4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18D0B06-C84A-4B97-A1F3-17D239A08A16}"/>
              </a:ext>
            </a:extLst>
          </p:cNvPr>
          <p:cNvSpPr/>
          <p:nvPr/>
        </p:nvSpPr>
        <p:spPr>
          <a:xfrm>
            <a:off x="6876256" y="3435846"/>
            <a:ext cx="1354731" cy="1354731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Autodial</a:t>
            </a:r>
          </a:p>
          <a:p>
            <a:pPr algn="ctr"/>
            <a:r>
              <a:rPr lang="en-US" sz="1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ALM+UIP</a:t>
            </a:r>
            <a:endParaRPr lang="th-TH" sz="1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C56CF1E-CE96-4BB4-BDA6-83C84B02A5C5}"/>
              </a:ext>
            </a:extLst>
          </p:cNvPr>
          <p:cNvSpPr txBox="1"/>
          <p:nvPr/>
        </p:nvSpPr>
        <p:spPr>
          <a:xfrm>
            <a:off x="703635" y="1609769"/>
            <a:ext cx="2021707" cy="369332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9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Person Code = CU (NOTE DB) </a:t>
            </a:r>
            <a:r>
              <a:rPr lang="en-US" sz="900" dirty="0">
                <a:solidFill>
                  <a:schemeClr val="accent3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</a:t>
            </a:r>
            <a:r>
              <a:rPr lang="en-US" sz="9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r>
              <a:rPr lang="en-US" sz="9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Balance &gt; 1000 (Enterprise DB)</a:t>
            </a:r>
            <a:endParaRPr lang="th-TH" sz="9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E40AD04-E9F0-475C-9A1B-E0F2F9E78143}"/>
              </a:ext>
            </a:extLst>
          </p:cNvPr>
          <p:cNvSpPr txBox="1"/>
          <p:nvPr/>
        </p:nvSpPr>
        <p:spPr>
          <a:xfrm>
            <a:off x="699827" y="2427734"/>
            <a:ext cx="1731564" cy="369332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9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Last Contact Date (ALM) </a:t>
            </a:r>
            <a:r>
              <a:rPr lang="en-US" sz="900" dirty="0">
                <a:solidFill>
                  <a:schemeClr val="accent3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</a:t>
            </a:r>
            <a:r>
              <a:rPr lang="en-US" sz="9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r>
              <a:rPr lang="en-US" sz="9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Tel Type (Enterprise DB)</a:t>
            </a:r>
            <a:endParaRPr lang="th-TH" sz="9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8471366-768C-44E4-BFC9-5263D657935C}"/>
              </a:ext>
            </a:extLst>
          </p:cNvPr>
          <p:cNvSpPr txBox="1"/>
          <p:nvPr/>
        </p:nvSpPr>
        <p:spPr>
          <a:xfrm>
            <a:off x="699827" y="3378373"/>
            <a:ext cx="1973617" cy="507831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9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Age &gt; 30 (Enterprise DB)  </a:t>
            </a:r>
            <a:r>
              <a:rPr lang="en-US" sz="900" dirty="0">
                <a:solidFill>
                  <a:schemeClr val="accent3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</a:t>
            </a:r>
            <a:r>
              <a:rPr lang="en-US" sz="9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r>
              <a:rPr lang="en-US" sz="9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Result Code = PP (NOTE DB) </a:t>
            </a:r>
            <a:r>
              <a:rPr lang="en-US" sz="900" dirty="0">
                <a:solidFill>
                  <a:schemeClr val="accent3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</a:t>
            </a:r>
            <a:r>
              <a:rPr lang="en-US" sz="9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r>
              <a:rPr lang="en-US" sz="9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Balance &gt; 1000 (Enterprise DB)</a:t>
            </a:r>
            <a:endParaRPr lang="th-TH" sz="9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8263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7F407D0-611C-4F27-A263-E0286D491E4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Filter Group</a:t>
            </a:r>
            <a:endParaRPr lang="th-TH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1144E6-F72F-4E6B-8165-9F2083FCE255}"/>
              </a:ext>
            </a:extLst>
          </p:cNvPr>
          <p:cNvSpPr txBox="1"/>
          <p:nvPr/>
        </p:nvSpPr>
        <p:spPr>
          <a:xfrm>
            <a:off x="502595" y="3628741"/>
            <a:ext cx="179656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Action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Person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ko-KR" sz="1400" b="1" dirty="0" err="1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Result</a:t>
            </a:r>
            <a:r>
              <a:rPr lang="fr-FR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Note Date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10EBB1-8E1F-4D19-81FD-CE1F41DFAFD3}"/>
              </a:ext>
            </a:extLst>
          </p:cNvPr>
          <p:cNvSpPr txBox="1"/>
          <p:nvPr/>
        </p:nvSpPr>
        <p:spPr>
          <a:xfrm>
            <a:off x="2491300" y="2955553"/>
            <a:ext cx="17965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ko-KR" sz="1400" b="1" dirty="0" err="1">
                <a:solidFill>
                  <a:schemeClr val="accent1"/>
                </a:solidFill>
                <a:cs typeface="Arial" pitchFamily="34" charset="0"/>
              </a:rPr>
              <a:t>Result</a:t>
            </a:r>
            <a:r>
              <a:rPr lang="fr-FR" altLang="ko-KR" sz="1400" b="1" dirty="0">
                <a:solidFill>
                  <a:schemeClr val="accent1"/>
                </a:solidFill>
                <a:cs typeface="Arial" pitchFamily="34" charset="0"/>
              </a:rPr>
              <a:t>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ko-KR" sz="1400" b="1" dirty="0">
                <a:solidFill>
                  <a:schemeClr val="accent1"/>
                </a:solidFill>
                <a:cs typeface="Arial" pitchFamily="34" charset="0"/>
              </a:rPr>
              <a:t>Note Date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ko-KR" sz="1400" b="1" dirty="0" err="1">
                <a:solidFill>
                  <a:schemeClr val="accent1"/>
                </a:solidFill>
                <a:cs typeface="Arial" pitchFamily="34" charset="0"/>
              </a:rPr>
              <a:t>Receive</a:t>
            </a:r>
            <a:r>
              <a:rPr lang="fr-FR" altLang="ko-KR" sz="1400" b="1" dirty="0">
                <a:solidFill>
                  <a:schemeClr val="accent1"/>
                </a:solidFill>
                <a:cs typeface="Arial" pitchFamily="34" charset="0"/>
              </a:rPr>
              <a:t> Date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98D344-8F9F-49BE-81F5-1C744372AE52}"/>
              </a:ext>
            </a:extLst>
          </p:cNvPr>
          <p:cNvSpPr txBox="1"/>
          <p:nvPr/>
        </p:nvSpPr>
        <p:spPr>
          <a:xfrm>
            <a:off x="4567169" y="3836793"/>
            <a:ext cx="182587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ko-KR" sz="1400" b="1" dirty="0">
                <a:solidFill>
                  <a:schemeClr val="accent2"/>
                </a:solidFill>
                <a:cs typeface="Arial" pitchFamily="34" charset="0"/>
              </a:rPr>
              <a:t>Person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ko-KR" sz="1400" b="1" dirty="0" err="1">
                <a:solidFill>
                  <a:schemeClr val="accent2"/>
                </a:solidFill>
                <a:cs typeface="Arial" pitchFamily="34" charset="0"/>
              </a:rPr>
              <a:t>Result</a:t>
            </a:r>
            <a:r>
              <a:rPr lang="fr-FR" altLang="ko-KR" sz="1400" b="1" dirty="0">
                <a:solidFill>
                  <a:schemeClr val="accent2"/>
                </a:solidFill>
                <a:cs typeface="Arial" pitchFamily="34" charset="0"/>
              </a:rPr>
              <a:t>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ko-KR" sz="1400" b="1" dirty="0">
                <a:solidFill>
                  <a:schemeClr val="accent2"/>
                </a:solidFill>
                <a:cs typeface="Arial" pitchFamily="34" charset="0"/>
              </a:rPr>
              <a:t>Note Date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ko-KR" sz="1400" b="1" dirty="0">
                <a:solidFill>
                  <a:schemeClr val="accent2"/>
                </a:solidFill>
                <a:cs typeface="Arial" pitchFamily="34" charset="0"/>
              </a:rPr>
              <a:t>Campaign Code</a:t>
            </a:r>
          </a:p>
          <a:p>
            <a:endParaRPr lang="fr-FR" altLang="ko-KR" sz="1400" b="1" dirty="0">
              <a:solidFill>
                <a:schemeClr val="accent2"/>
              </a:solidFill>
              <a:cs typeface="Arial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685582D-8402-460B-9D49-358A2B853BA0}"/>
              </a:ext>
            </a:extLst>
          </p:cNvPr>
          <p:cNvSpPr txBox="1"/>
          <p:nvPr/>
        </p:nvSpPr>
        <p:spPr>
          <a:xfrm>
            <a:off x="6672593" y="2955553"/>
            <a:ext cx="198845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ko-KR" sz="1400" b="1" dirty="0">
                <a:solidFill>
                  <a:schemeClr val="accent3"/>
                </a:solidFill>
                <a:cs typeface="Arial" pitchFamily="34" charset="0"/>
              </a:rPr>
              <a:t>Action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ko-KR" sz="1400" b="1" dirty="0">
                <a:solidFill>
                  <a:schemeClr val="accent3"/>
                </a:solidFill>
                <a:cs typeface="Arial" pitchFamily="34" charset="0"/>
              </a:rPr>
              <a:t>Person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ko-KR" sz="1400" b="1" dirty="0" err="1">
                <a:solidFill>
                  <a:schemeClr val="accent3"/>
                </a:solidFill>
                <a:cs typeface="Arial" pitchFamily="34" charset="0"/>
              </a:rPr>
              <a:t>Result</a:t>
            </a:r>
            <a:r>
              <a:rPr lang="fr-FR" altLang="ko-KR" sz="1400" b="1" dirty="0">
                <a:solidFill>
                  <a:schemeClr val="accent3"/>
                </a:solidFill>
                <a:cs typeface="Arial" pitchFamily="34" charset="0"/>
              </a:rPr>
              <a:t>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ko-KR" sz="1400" b="1" dirty="0">
                <a:solidFill>
                  <a:schemeClr val="accent3"/>
                </a:solidFill>
                <a:cs typeface="Arial" pitchFamily="34" charset="0"/>
              </a:rPr>
              <a:t>Note Date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ko-KR" sz="1400" b="1" dirty="0">
                <a:solidFill>
                  <a:schemeClr val="accent3"/>
                </a:solidFill>
                <a:cs typeface="Arial" pitchFamily="34" charset="0"/>
              </a:rPr>
              <a:t>Campaign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ko-KR" sz="1400" b="1" dirty="0">
                <a:solidFill>
                  <a:schemeClr val="accent3"/>
                </a:solidFill>
                <a:cs typeface="Arial" pitchFamily="34" charset="0"/>
              </a:rPr>
              <a:t>New WO Date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ko-KR" sz="1400" b="1" dirty="0" err="1">
                <a:solidFill>
                  <a:schemeClr val="accent3"/>
                </a:solidFill>
                <a:cs typeface="Arial" pitchFamily="34" charset="0"/>
              </a:rPr>
              <a:t>Reassign</a:t>
            </a:r>
            <a:r>
              <a:rPr lang="fr-FR" altLang="ko-KR" sz="1400" b="1" dirty="0">
                <a:solidFill>
                  <a:schemeClr val="accent3"/>
                </a:solidFill>
                <a:cs typeface="Arial" pitchFamily="34" charset="0"/>
              </a:rPr>
              <a:t> Date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ko-KR" sz="1400" b="1" dirty="0" err="1">
                <a:solidFill>
                  <a:schemeClr val="accent3"/>
                </a:solidFill>
                <a:cs typeface="Arial" pitchFamily="34" charset="0"/>
              </a:rPr>
              <a:t>Existing</a:t>
            </a:r>
            <a:r>
              <a:rPr lang="fr-FR" altLang="ko-KR" sz="1400" b="1" dirty="0">
                <a:solidFill>
                  <a:schemeClr val="accent3"/>
                </a:solidFill>
                <a:cs typeface="Arial" pitchFamily="34" charset="0"/>
              </a:rPr>
              <a:t> WO Date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3E122493-C574-496C-9918-3A8D0AB37BCB}"/>
              </a:ext>
            </a:extLst>
          </p:cNvPr>
          <p:cNvGrpSpPr/>
          <p:nvPr/>
        </p:nvGrpSpPr>
        <p:grpSpPr>
          <a:xfrm>
            <a:off x="506795" y="1677188"/>
            <a:ext cx="1705060" cy="1796015"/>
            <a:chOff x="506795" y="1677188"/>
            <a:chExt cx="1705060" cy="1796015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3E4300A-DA5A-45E2-AECF-798AE34DB3A6}"/>
                </a:ext>
              </a:extLst>
            </p:cNvPr>
            <p:cNvSpPr/>
            <p:nvPr/>
          </p:nvSpPr>
          <p:spPr>
            <a:xfrm>
              <a:off x="506795" y="1840119"/>
              <a:ext cx="1633084" cy="163308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F7A0B2AB-67E2-497E-BD6B-A3E554650B80}"/>
                </a:ext>
              </a:extLst>
            </p:cNvPr>
            <p:cNvSpPr/>
            <p:nvPr/>
          </p:nvSpPr>
          <p:spPr>
            <a:xfrm>
              <a:off x="1400880" y="1677188"/>
              <a:ext cx="810975" cy="81097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1366BBD-C745-4666-B5BA-690F36B7F971}"/>
                </a:ext>
              </a:extLst>
            </p:cNvPr>
            <p:cNvSpPr txBox="1"/>
            <p:nvPr/>
          </p:nvSpPr>
          <p:spPr>
            <a:xfrm>
              <a:off x="788940" y="2524613"/>
              <a:ext cx="10154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schemeClr val="accent6"/>
                  </a:solidFill>
                  <a:cs typeface="Arial" pitchFamily="34" charset="0"/>
                </a:rPr>
                <a:t>CAL1</a:t>
              </a:r>
              <a:endParaRPr lang="ko-KR" altLang="en-US" sz="2400" b="1" dirty="0">
                <a:solidFill>
                  <a:schemeClr val="accent6"/>
                </a:solidFill>
                <a:cs typeface="Arial" pitchFamily="34" charset="0"/>
              </a:endParaRPr>
            </a:p>
          </p:txBody>
        </p:sp>
        <p:sp>
          <p:nvSpPr>
            <p:cNvPr id="44" name="Freeform 25">
              <a:extLst>
                <a:ext uri="{FF2B5EF4-FFF2-40B4-BE49-F238E27FC236}">
                  <a16:creationId xmlns:a16="http://schemas.microsoft.com/office/drawing/2014/main" id="{77D714BC-6CAC-4E6A-B915-8334CDB3ED01}"/>
                </a:ext>
              </a:extLst>
            </p:cNvPr>
            <p:cNvSpPr/>
            <p:nvPr/>
          </p:nvSpPr>
          <p:spPr>
            <a:xfrm>
              <a:off x="1618645" y="1802966"/>
              <a:ext cx="417857" cy="517071"/>
            </a:xfrm>
            <a:custGeom>
              <a:avLst/>
              <a:gdLst>
                <a:gd name="connsiteX0" fmla="*/ 371475 w 1600200"/>
                <a:gd name="connsiteY0" fmla="*/ 0 h 1857375"/>
                <a:gd name="connsiteX1" fmla="*/ 628650 w 1600200"/>
                <a:gd name="connsiteY1" fmla="*/ 523875 h 1857375"/>
                <a:gd name="connsiteX2" fmla="*/ 400050 w 1600200"/>
                <a:gd name="connsiteY2" fmla="*/ 561975 h 1857375"/>
                <a:gd name="connsiteX3" fmla="*/ 1019175 w 1600200"/>
                <a:gd name="connsiteY3" fmla="*/ 1438275 h 1857375"/>
                <a:gd name="connsiteX4" fmla="*/ 1219200 w 1600200"/>
                <a:gd name="connsiteY4" fmla="*/ 1238250 h 1857375"/>
                <a:gd name="connsiteX5" fmla="*/ 1600200 w 1600200"/>
                <a:gd name="connsiteY5" fmla="*/ 1666875 h 1857375"/>
                <a:gd name="connsiteX6" fmla="*/ 1038225 w 1600200"/>
                <a:gd name="connsiteY6" fmla="*/ 1857375 h 1857375"/>
                <a:gd name="connsiteX7" fmla="*/ 0 w 1600200"/>
                <a:gd name="connsiteY7" fmla="*/ 314325 h 1857375"/>
                <a:gd name="connsiteX8" fmla="*/ 371475 w 1600200"/>
                <a:gd name="connsiteY8" fmla="*/ 0 h 1857375"/>
                <a:gd name="connsiteX0" fmla="*/ 371475 w 1600200"/>
                <a:gd name="connsiteY0" fmla="*/ 0 h 1917951"/>
                <a:gd name="connsiteX1" fmla="*/ 628650 w 1600200"/>
                <a:gd name="connsiteY1" fmla="*/ 584451 h 1917951"/>
                <a:gd name="connsiteX2" fmla="*/ 400050 w 1600200"/>
                <a:gd name="connsiteY2" fmla="*/ 622551 h 1917951"/>
                <a:gd name="connsiteX3" fmla="*/ 1019175 w 1600200"/>
                <a:gd name="connsiteY3" fmla="*/ 1498851 h 1917951"/>
                <a:gd name="connsiteX4" fmla="*/ 1219200 w 1600200"/>
                <a:gd name="connsiteY4" fmla="*/ 1298826 h 1917951"/>
                <a:gd name="connsiteX5" fmla="*/ 1600200 w 1600200"/>
                <a:gd name="connsiteY5" fmla="*/ 1727451 h 1917951"/>
                <a:gd name="connsiteX6" fmla="*/ 1038225 w 1600200"/>
                <a:gd name="connsiteY6" fmla="*/ 1917951 h 1917951"/>
                <a:gd name="connsiteX7" fmla="*/ 0 w 1600200"/>
                <a:gd name="connsiteY7" fmla="*/ 374901 h 1917951"/>
                <a:gd name="connsiteX8" fmla="*/ 371475 w 1600200"/>
                <a:gd name="connsiteY8" fmla="*/ 0 h 1917951"/>
                <a:gd name="connsiteX0" fmla="*/ 371475 w 1600200"/>
                <a:gd name="connsiteY0" fmla="*/ 1277 h 1919228"/>
                <a:gd name="connsiteX1" fmla="*/ 628650 w 1600200"/>
                <a:gd name="connsiteY1" fmla="*/ 585728 h 1919228"/>
                <a:gd name="connsiteX2" fmla="*/ 400050 w 1600200"/>
                <a:gd name="connsiteY2" fmla="*/ 623828 h 1919228"/>
                <a:gd name="connsiteX3" fmla="*/ 1019175 w 1600200"/>
                <a:gd name="connsiteY3" fmla="*/ 1500128 h 1919228"/>
                <a:gd name="connsiteX4" fmla="*/ 1219200 w 1600200"/>
                <a:gd name="connsiteY4" fmla="*/ 1300103 h 1919228"/>
                <a:gd name="connsiteX5" fmla="*/ 1600200 w 1600200"/>
                <a:gd name="connsiteY5" fmla="*/ 1728728 h 1919228"/>
                <a:gd name="connsiteX6" fmla="*/ 1038225 w 1600200"/>
                <a:gd name="connsiteY6" fmla="*/ 1919228 h 1919228"/>
                <a:gd name="connsiteX7" fmla="*/ 0 w 1600200"/>
                <a:gd name="connsiteY7" fmla="*/ 376178 h 1919228"/>
                <a:gd name="connsiteX8" fmla="*/ 371475 w 1600200"/>
                <a:gd name="connsiteY8" fmla="*/ 1277 h 1919228"/>
                <a:gd name="connsiteX0" fmla="*/ 371475 w 1600200"/>
                <a:gd name="connsiteY0" fmla="*/ 1277 h 1919228"/>
                <a:gd name="connsiteX1" fmla="*/ 628650 w 1600200"/>
                <a:gd name="connsiteY1" fmla="*/ 585728 h 1919228"/>
                <a:gd name="connsiteX2" fmla="*/ 400050 w 1600200"/>
                <a:gd name="connsiteY2" fmla="*/ 623828 h 1919228"/>
                <a:gd name="connsiteX3" fmla="*/ 1019175 w 1600200"/>
                <a:gd name="connsiteY3" fmla="*/ 1500128 h 1919228"/>
                <a:gd name="connsiteX4" fmla="*/ 1219200 w 1600200"/>
                <a:gd name="connsiteY4" fmla="*/ 1300103 h 1919228"/>
                <a:gd name="connsiteX5" fmla="*/ 1600200 w 1600200"/>
                <a:gd name="connsiteY5" fmla="*/ 1728728 h 1919228"/>
                <a:gd name="connsiteX6" fmla="*/ 1038225 w 1600200"/>
                <a:gd name="connsiteY6" fmla="*/ 1919228 h 1919228"/>
                <a:gd name="connsiteX7" fmla="*/ 0 w 1600200"/>
                <a:gd name="connsiteY7" fmla="*/ 376178 h 1919228"/>
                <a:gd name="connsiteX8" fmla="*/ 371475 w 1600200"/>
                <a:gd name="connsiteY8" fmla="*/ 1277 h 1919228"/>
                <a:gd name="connsiteX0" fmla="*/ 371475 w 1600200"/>
                <a:gd name="connsiteY0" fmla="*/ 1544 h 1919495"/>
                <a:gd name="connsiteX1" fmla="*/ 628650 w 1600200"/>
                <a:gd name="connsiteY1" fmla="*/ 585995 h 1919495"/>
                <a:gd name="connsiteX2" fmla="*/ 400050 w 1600200"/>
                <a:gd name="connsiteY2" fmla="*/ 624095 h 1919495"/>
                <a:gd name="connsiteX3" fmla="*/ 1019175 w 1600200"/>
                <a:gd name="connsiteY3" fmla="*/ 1500395 h 1919495"/>
                <a:gd name="connsiteX4" fmla="*/ 1219200 w 1600200"/>
                <a:gd name="connsiteY4" fmla="*/ 1300370 h 1919495"/>
                <a:gd name="connsiteX5" fmla="*/ 1600200 w 1600200"/>
                <a:gd name="connsiteY5" fmla="*/ 1728995 h 1919495"/>
                <a:gd name="connsiteX6" fmla="*/ 1038225 w 1600200"/>
                <a:gd name="connsiteY6" fmla="*/ 1919495 h 1919495"/>
                <a:gd name="connsiteX7" fmla="*/ 0 w 1600200"/>
                <a:gd name="connsiteY7" fmla="*/ 376445 h 1919495"/>
                <a:gd name="connsiteX8" fmla="*/ 371475 w 1600200"/>
                <a:gd name="connsiteY8" fmla="*/ 1544 h 1919495"/>
                <a:gd name="connsiteX0" fmla="*/ 371475 w 1600200"/>
                <a:gd name="connsiteY0" fmla="*/ 1487 h 1919438"/>
                <a:gd name="connsiteX1" fmla="*/ 568075 w 1600200"/>
                <a:gd name="connsiteY1" fmla="*/ 603245 h 1919438"/>
                <a:gd name="connsiteX2" fmla="*/ 400050 w 1600200"/>
                <a:gd name="connsiteY2" fmla="*/ 624038 h 1919438"/>
                <a:gd name="connsiteX3" fmla="*/ 1019175 w 1600200"/>
                <a:gd name="connsiteY3" fmla="*/ 1500338 h 1919438"/>
                <a:gd name="connsiteX4" fmla="*/ 1219200 w 1600200"/>
                <a:gd name="connsiteY4" fmla="*/ 1300313 h 1919438"/>
                <a:gd name="connsiteX5" fmla="*/ 1600200 w 1600200"/>
                <a:gd name="connsiteY5" fmla="*/ 1728938 h 1919438"/>
                <a:gd name="connsiteX6" fmla="*/ 1038225 w 1600200"/>
                <a:gd name="connsiteY6" fmla="*/ 1919438 h 1919438"/>
                <a:gd name="connsiteX7" fmla="*/ 0 w 1600200"/>
                <a:gd name="connsiteY7" fmla="*/ 376388 h 1919438"/>
                <a:gd name="connsiteX8" fmla="*/ 371475 w 1600200"/>
                <a:gd name="connsiteY8" fmla="*/ 1487 h 1919438"/>
                <a:gd name="connsiteX0" fmla="*/ 371475 w 1600200"/>
                <a:gd name="connsiteY0" fmla="*/ 1032 h 1918983"/>
                <a:gd name="connsiteX1" fmla="*/ 568075 w 1600200"/>
                <a:gd name="connsiteY1" fmla="*/ 602790 h 1918983"/>
                <a:gd name="connsiteX2" fmla="*/ 400050 w 1600200"/>
                <a:gd name="connsiteY2" fmla="*/ 623583 h 1918983"/>
                <a:gd name="connsiteX3" fmla="*/ 1019175 w 1600200"/>
                <a:gd name="connsiteY3" fmla="*/ 1499883 h 1918983"/>
                <a:gd name="connsiteX4" fmla="*/ 1219200 w 1600200"/>
                <a:gd name="connsiteY4" fmla="*/ 1299858 h 1918983"/>
                <a:gd name="connsiteX5" fmla="*/ 1600200 w 1600200"/>
                <a:gd name="connsiteY5" fmla="*/ 1728483 h 1918983"/>
                <a:gd name="connsiteX6" fmla="*/ 1038225 w 1600200"/>
                <a:gd name="connsiteY6" fmla="*/ 1918983 h 1918983"/>
                <a:gd name="connsiteX7" fmla="*/ 0 w 1600200"/>
                <a:gd name="connsiteY7" fmla="*/ 375933 h 1918983"/>
                <a:gd name="connsiteX8" fmla="*/ 371475 w 1600200"/>
                <a:gd name="connsiteY8" fmla="*/ 1032 h 1918983"/>
                <a:gd name="connsiteX0" fmla="*/ 371475 w 1600200"/>
                <a:gd name="connsiteY0" fmla="*/ 1088 h 1919039"/>
                <a:gd name="connsiteX1" fmla="*/ 568075 w 1600200"/>
                <a:gd name="connsiteY1" fmla="*/ 602846 h 1919039"/>
                <a:gd name="connsiteX2" fmla="*/ 400050 w 1600200"/>
                <a:gd name="connsiteY2" fmla="*/ 623639 h 1919039"/>
                <a:gd name="connsiteX3" fmla="*/ 1019175 w 1600200"/>
                <a:gd name="connsiteY3" fmla="*/ 1499939 h 1919039"/>
                <a:gd name="connsiteX4" fmla="*/ 1219200 w 1600200"/>
                <a:gd name="connsiteY4" fmla="*/ 1299914 h 1919039"/>
                <a:gd name="connsiteX5" fmla="*/ 1600200 w 1600200"/>
                <a:gd name="connsiteY5" fmla="*/ 1728539 h 1919039"/>
                <a:gd name="connsiteX6" fmla="*/ 1038225 w 1600200"/>
                <a:gd name="connsiteY6" fmla="*/ 1919039 h 1919039"/>
                <a:gd name="connsiteX7" fmla="*/ 0 w 1600200"/>
                <a:gd name="connsiteY7" fmla="*/ 375989 h 1919039"/>
                <a:gd name="connsiteX8" fmla="*/ 371475 w 1600200"/>
                <a:gd name="connsiteY8" fmla="*/ 1088 h 1919039"/>
                <a:gd name="connsiteX0" fmla="*/ 371475 w 1600200"/>
                <a:gd name="connsiteY0" fmla="*/ 1088 h 1919039"/>
                <a:gd name="connsiteX1" fmla="*/ 568075 w 1600200"/>
                <a:gd name="connsiteY1" fmla="*/ 602846 h 1919039"/>
                <a:gd name="connsiteX2" fmla="*/ 400050 w 1600200"/>
                <a:gd name="connsiteY2" fmla="*/ 623639 h 1919039"/>
                <a:gd name="connsiteX3" fmla="*/ 1019175 w 1600200"/>
                <a:gd name="connsiteY3" fmla="*/ 1499939 h 1919039"/>
                <a:gd name="connsiteX4" fmla="*/ 1219200 w 1600200"/>
                <a:gd name="connsiteY4" fmla="*/ 1299914 h 1919039"/>
                <a:gd name="connsiteX5" fmla="*/ 1600200 w 1600200"/>
                <a:gd name="connsiteY5" fmla="*/ 1728539 h 1919039"/>
                <a:gd name="connsiteX6" fmla="*/ 1038225 w 1600200"/>
                <a:gd name="connsiteY6" fmla="*/ 1919039 h 1919039"/>
                <a:gd name="connsiteX7" fmla="*/ 0 w 1600200"/>
                <a:gd name="connsiteY7" fmla="*/ 375989 h 1919039"/>
                <a:gd name="connsiteX8" fmla="*/ 371475 w 1600200"/>
                <a:gd name="connsiteY8" fmla="*/ 1088 h 1919039"/>
                <a:gd name="connsiteX0" fmla="*/ 371475 w 1600200"/>
                <a:gd name="connsiteY0" fmla="*/ 1118 h 1919069"/>
                <a:gd name="connsiteX1" fmla="*/ 568075 w 1600200"/>
                <a:gd name="connsiteY1" fmla="*/ 602876 h 1919069"/>
                <a:gd name="connsiteX2" fmla="*/ 400050 w 1600200"/>
                <a:gd name="connsiteY2" fmla="*/ 623669 h 1919069"/>
                <a:gd name="connsiteX3" fmla="*/ 1019175 w 1600200"/>
                <a:gd name="connsiteY3" fmla="*/ 1499969 h 1919069"/>
                <a:gd name="connsiteX4" fmla="*/ 1219200 w 1600200"/>
                <a:gd name="connsiteY4" fmla="*/ 1299944 h 1919069"/>
                <a:gd name="connsiteX5" fmla="*/ 1600200 w 1600200"/>
                <a:gd name="connsiteY5" fmla="*/ 1728569 h 1919069"/>
                <a:gd name="connsiteX6" fmla="*/ 1038225 w 1600200"/>
                <a:gd name="connsiteY6" fmla="*/ 1919069 h 1919069"/>
                <a:gd name="connsiteX7" fmla="*/ 0 w 1600200"/>
                <a:gd name="connsiteY7" fmla="*/ 376019 h 1919069"/>
                <a:gd name="connsiteX8" fmla="*/ 371475 w 1600200"/>
                <a:gd name="connsiteY8" fmla="*/ 1118 h 1919069"/>
                <a:gd name="connsiteX0" fmla="*/ 371475 w 1600200"/>
                <a:gd name="connsiteY0" fmla="*/ 1118 h 1919069"/>
                <a:gd name="connsiteX1" fmla="*/ 568075 w 1600200"/>
                <a:gd name="connsiteY1" fmla="*/ 602876 h 1919069"/>
                <a:gd name="connsiteX2" fmla="*/ 408703 w 1600200"/>
                <a:gd name="connsiteY2" fmla="*/ 643860 h 1919069"/>
                <a:gd name="connsiteX3" fmla="*/ 1019175 w 1600200"/>
                <a:gd name="connsiteY3" fmla="*/ 1499969 h 1919069"/>
                <a:gd name="connsiteX4" fmla="*/ 1219200 w 1600200"/>
                <a:gd name="connsiteY4" fmla="*/ 1299944 h 1919069"/>
                <a:gd name="connsiteX5" fmla="*/ 1600200 w 1600200"/>
                <a:gd name="connsiteY5" fmla="*/ 1728569 h 1919069"/>
                <a:gd name="connsiteX6" fmla="*/ 1038225 w 1600200"/>
                <a:gd name="connsiteY6" fmla="*/ 1919069 h 1919069"/>
                <a:gd name="connsiteX7" fmla="*/ 0 w 1600200"/>
                <a:gd name="connsiteY7" fmla="*/ 376019 h 1919069"/>
                <a:gd name="connsiteX8" fmla="*/ 371475 w 1600200"/>
                <a:gd name="connsiteY8" fmla="*/ 1118 h 1919069"/>
                <a:gd name="connsiteX0" fmla="*/ 371475 w 1600200"/>
                <a:gd name="connsiteY0" fmla="*/ 1118 h 1919069"/>
                <a:gd name="connsiteX1" fmla="*/ 568075 w 1600200"/>
                <a:gd name="connsiteY1" fmla="*/ 602876 h 1919069"/>
                <a:gd name="connsiteX2" fmla="*/ 359666 w 1600200"/>
                <a:gd name="connsiteY2" fmla="*/ 643860 h 1919069"/>
                <a:gd name="connsiteX3" fmla="*/ 1019175 w 1600200"/>
                <a:gd name="connsiteY3" fmla="*/ 1499969 h 1919069"/>
                <a:gd name="connsiteX4" fmla="*/ 1219200 w 1600200"/>
                <a:gd name="connsiteY4" fmla="*/ 1299944 h 1919069"/>
                <a:gd name="connsiteX5" fmla="*/ 1600200 w 1600200"/>
                <a:gd name="connsiteY5" fmla="*/ 1728569 h 1919069"/>
                <a:gd name="connsiteX6" fmla="*/ 1038225 w 1600200"/>
                <a:gd name="connsiteY6" fmla="*/ 1919069 h 1919069"/>
                <a:gd name="connsiteX7" fmla="*/ 0 w 1600200"/>
                <a:gd name="connsiteY7" fmla="*/ 376019 h 1919069"/>
                <a:gd name="connsiteX8" fmla="*/ 371475 w 1600200"/>
                <a:gd name="connsiteY8" fmla="*/ 1118 h 1919069"/>
                <a:gd name="connsiteX0" fmla="*/ 371475 w 1600200"/>
                <a:gd name="connsiteY0" fmla="*/ 1118 h 1919069"/>
                <a:gd name="connsiteX1" fmla="*/ 568075 w 1600200"/>
                <a:gd name="connsiteY1" fmla="*/ 602876 h 1919069"/>
                <a:gd name="connsiteX2" fmla="*/ 374089 w 1600200"/>
                <a:gd name="connsiteY2" fmla="*/ 646744 h 1919069"/>
                <a:gd name="connsiteX3" fmla="*/ 1019175 w 1600200"/>
                <a:gd name="connsiteY3" fmla="*/ 1499969 h 1919069"/>
                <a:gd name="connsiteX4" fmla="*/ 1219200 w 1600200"/>
                <a:gd name="connsiteY4" fmla="*/ 1299944 h 1919069"/>
                <a:gd name="connsiteX5" fmla="*/ 1600200 w 1600200"/>
                <a:gd name="connsiteY5" fmla="*/ 1728569 h 1919069"/>
                <a:gd name="connsiteX6" fmla="*/ 1038225 w 1600200"/>
                <a:gd name="connsiteY6" fmla="*/ 1919069 h 1919069"/>
                <a:gd name="connsiteX7" fmla="*/ 0 w 1600200"/>
                <a:gd name="connsiteY7" fmla="*/ 376019 h 1919069"/>
                <a:gd name="connsiteX8" fmla="*/ 371475 w 1600200"/>
                <a:gd name="connsiteY8" fmla="*/ 1118 h 1919069"/>
                <a:gd name="connsiteX0" fmla="*/ 371475 w 1600200"/>
                <a:gd name="connsiteY0" fmla="*/ 1118 h 1919069"/>
                <a:gd name="connsiteX1" fmla="*/ 568075 w 1600200"/>
                <a:gd name="connsiteY1" fmla="*/ 602876 h 1919069"/>
                <a:gd name="connsiteX2" fmla="*/ 374089 w 1600200"/>
                <a:gd name="connsiteY2" fmla="*/ 646744 h 1919069"/>
                <a:gd name="connsiteX3" fmla="*/ 1019175 w 1600200"/>
                <a:gd name="connsiteY3" fmla="*/ 1499969 h 1919069"/>
                <a:gd name="connsiteX4" fmla="*/ 1219200 w 1600200"/>
                <a:gd name="connsiteY4" fmla="*/ 1299944 h 1919069"/>
                <a:gd name="connsiteX5" fmla="*/ 1600200 w 1600200"/>
                <a:gd name="connsiteY5" fmla="*/ 1728569 h 1919069"/>
                <a:gd name="connsiteX6" fmla="*/ 1038225 w 1600200"/>
                <a:gd name="connsiteY6" fmla="*/ 1919069 h 1919069"/>
                <a:gd name="connsiteX7" fmla="*/ 0 w 1600200"/>
                <a:gd name="connsiteY7" fmla="*/ 376019 h 1919069"/>
                <a:gd name="connsiteX8" fmla="*/ 371475 w 1600200"/>
                <a:gd name="connsiteY8" fmla="*/ 1118 h 1919069"/>
                <a:gd name="connsiteX0" fmla="*/ 371475 w 1600200"/>
                <a:gd name="connsiteY0" fmla="*/ 1118 h 1919069"/>
                <a:gd name="connsiteX1" fmla="*/ 568075 w 1600200"/>
                <a:gd name="connsiteY1" fmla="*/ 602876 h 1919069"/>
                <a:gd name="connsiteX2" fmla="*/ 374089 w 1600200"/>
                <a:gd name="connsiteY2" fmla="*/ 646744 h 1919069"/>
                <a:gd name="connsiteX3" fmla="*/ 1019175 w 1600200"/>
                <a:gd name="connsiteY3" fmla="*/ 1499969 h 1919069"/>
                <a:gd name="connsiteX4" fmla="*/ 1219200 w 1600200"/>
                <a:gd name="connsiteY4" fmla="*/ 1299944 h 1919069"/>
                <a:gd name="connsiteX5" fmla="*/ 1600200 w 1600200"/>
                <a:gd name="connsiteY5" fmla="*/ 1728569 h 1919069"/>
                <a:gd name="connsiteX6" fmla="*/ 1038225 w 1600200"/>
                <a:gd name="connsiteY6" fmla="*/ 1919069 h 1919069"/>
                <a:gd name="connsiteX7" fmla="*/ 0 w 1600200"/>
                <a:gd name="connsiteY7" fmla="*/ 376019 h 1919069"/>
                <a:gd name="connsiteX8" fmla="*/ 371475 w 1600200"/>
                <a:gd name="connsiteY8" fmla="*/ 1118 h 1919069"/>
                <a:gd name="connsiteX0" fmla="*/ 371475 w 1600200"/>
                <a:gd name="connsiteY0" fmla="*/ 1118 h 1919069"/>
                <a:gd name="connsiteX1" fmla="*/ 568075 w 1600200"/>
                <a:gd name="connsiteY1" fmla="*/ 602876 h 1919069"/>
                <a:gd name="connsiteX2" fmla="*/ 374089 w 1600200"/>
                <a:gd name="connsiteY2" fmla="*/ 646744 h 1919069"/>
                <a:gd name="connsiteX3" fmla="*/ 1019175 w 1600200"/>
                <a:gd name="connsiteY3" fmla="*/ 1499969 h 1919069"/>
                <a:gd name="connsiteX4" fmla="*/ 1219200 w 1600200"/>
                <a:gd name="connsiteY4" fmla="*/ 1299944 h 1919069"/>
                <a:gd name="connsiteX5" fmla="*/ 1600200 w 1600200"/>
                <a:gd name="connsiteY5" fmla="*/ 1728569 h 1919069"/>
                <a:gd name="connsiteX6" fmla="*/ 1038225 w 1600200"/>
                <a:gd name="connsiteY6" fmla="*/ 1919069 h 1919069"/>
                <a:gd name="connsiteX7" fmla="*/ 0 w 1600200"/>
                <a:gd name="connsiteY7" fmla="*/ 376019 h 1919069"/>
                <a:gd name="connsiteX8" fmla="*/ 371475 w 1600200"/>
                <a:gd name="connsiteY8" fmla="*/ 1118 h 1919069"/>
                <a:gd name="connsiteX0" fmla="*/ 371475 w 1600200"/>
                <a:gd name="connsiteY0" fmla="*/ 1118 h 1919069"/>
                <a:gd name="connsiteX1" fmla="*/ 568075 w 1600200"/>
                <a:gd name="connsiteY1" fmla="*/ 602876 h 1919069"/>
                <a:gd name="connsiteX2" fmla="*/ 374089 w 1600200"/>
                <a:gd name="connsiteY2" fmla="*/ 646744 h 1919069"/>
                <a:gd name="connsiteX3" fmla="*/ 1019175 w 1600200"/>
                <a:gd name="connsiteY3" fmla="*/ 1499969 h 1919069"/>
                <a:gd name="connsiteX4" fmla="*/ 1219200 w 1600200"/>
                <a:gd name="connsiteY4" fmla="*/ 1299944 h 1919069"/>
                <a:gd name="connsiteX5" fmla="*/ 1600200 w 1600200"/>
                <a:gd name="connsiteY5" fmla="*/ 1728569 h 1919069"/>
                <a:gd name="connsiteX6" fmla="*/ 1038225 w 1600200"/>
                <a:gd name="connsiteY6" fmla="*/ 1919069 h 1919069"/>
                <a:gd name="connsiteX7" fmla="*/ 0 w 1600200"/>
                <a:gd name="connsiteY7" fmla="*/ 376019 h 1919069"/>
                <a:gd name="connsiteX8" fmla="*/ 371475 w 1600200"/>
                <a:gd name="connsiteY8" fmla="*/ 1118 h 1919069"/>
                <a:gd name="connsiteX0" fmla="*/ 371475 w 1600200"/>
                <a:gd name="connsiteY0" fmla="*/ 1118 h 1919069"/>
                <a:gd name="connsiteX1" fmla="*/ 568075 w 1600200"/>
                <a:gd name="connsiteY1" fmla="*/ 602876 h 1919069"/>
                <a:gd name="connsiteX2" fmla="*/ 374089 w 1600200"/>
                <a:gd name="connsiteY2" fmla="*/ 646744 h 1919069"/>
                <a:gd name="connsiteX3" fmla="*/ 1019175 w 1600200"/>
                <a:gd name="connsiteY3" fmla="*/ 1499969 h 1919069"/>
                <a:gd name="connsiteX4" fmla="*/ 1219200 w 1600200"/>
                <a:gd name="connsiteY4" fmla="*/ 1299944 h 1919069"/>
                <a:gd name="connsiteX5" fmla="*/ 1600200 w 1600200"/>
                <a:gd name="connsiteY5" fmla="*/ 1728569 h 1919069"/>
                <a:gd name="connsiteX6" fmla="*/ 1038225 w 1600200"/>
                <a:gd name="connsiteY6" fmla="*/ 1919069 h 1919069"/>
                <a:gd name="connsiteX7" fmla="*/ 0 w 1600200"/>
                <a:gd name="connsiteY7" fmla="*/ 376019 h 1919069"/>
                <a:gd name="connsiteX8" fmla="*/ 371475 w 1600200"/>
                <a:gd name="connsiteY8" fmla="*/ 1118 h 1919069"/>
                <a:gd name="connsiteX0" fmla="*/ 371475 w 1600200"/>
                <a:gd name="connsiteY0" fmla="*/ 1118 h 1919069"/>
                <a:gd name="connsiteX1" fmla="*/ 568075 w 1600200"/>
                <a:gd name="connsiteY1" fmla="*/ 602876 h 1919069"/>
                <a:gd name="connsiteX2" fmla="*/ 374089 w 1600200"/>
                <a:gd name="connsiteY2" fmla="*/ 646744 h 1919069"/>
                <a:gd name="connsiteX3" fmla="*/ 1019175 w 1600200"/>
                <a:gd name="connsiteY3" fmla="*/ 1499969 h 1919069"/>
                <a:gd name="connsiteX4" fmla="*/ 1219200 w 1600200"/>
                <a:gd name="connsiteY4" fmla="*/ 1299944 h 1919069"/>
                <a:gd name="connsiteX5" fmla="*/ 1600200 w 1600200"/>
                <a:gd name="connsiteY5" fmla="*/ 1728569 h 1919069"/>
                <a:gd name="connsiteX6" fmla="*/ 1038225 w 1600200"/>
                <a:gd name="connsiteY6" fmla="*/ 1919069 h 1919069"/>
                <a:gd name="connsiteX7" fmla="*/ 0 w 1600200"/>
                <a:gd name="connsiteY7" fmla="*/ 376019 h 1919069"/>
                <a:gd name="connsiteX8" fmla="*/ 371475 w 1600200"/>
                <a:gd name="connsiteY8" fmla="*/ 1118 h 1919069"/>
                <a:gd name="connsiteX0" fmla="*/ 371475 w 1600200"/>
                <a:gd name="connsiteY0" fmla="*/ 1118 h 1919069"/>
                <a:gd name="connsiteX1" fmla="*/ 568075 w 1600200"/>
                <a:gd name="connsiteY1" fmla="*/ 602876 h 1919069"/>
                <a:gd name="connsiteX2" fmla="*/ 374089 w 1600200"/>
                <a:gd name="connsiteY2" fmla="*/ 646744 h 1919069"/>
                <a:gd name="connsiteX3" fmla="*/ 970138 w 1600200"/>
                <a:gd name="connsiteY3" fmla="*/ 1517276 h 1919069"/>
                <a:gd name="connsiteX4" fmla="*/ 1219200 w 1600200"/>
                <a:gd name="connsiteY4" fmla="*/ 1299944 h 1919069"/>
                <a:gd name="connsiteX5" fmla="*/ 1600200 w 1600200"/>
                <a:gd name="connsiteY5" fmla="*/ 1728569 h 1919069"/>
                <a:gd name="connsiteX6" fmla="*/ 1038225 w 1600200"/>
                <a:gd name="connsiteY6" fmla="*/ 1919069 h 1919069"/>
                <a:gd name="connsiteX7" fmla="*/ 0 w 1600200"/>
                <a:gd name="connsiteY7" fmla="*/ 376019 h 1919069"/>
                <a:gd name="connsiteX8" fmla="*/ 371475 w 1600200"/>
                <a:gd name="connsiteY8" fmla="*/ 1118 h 1919069"/>
                <a:gd name="connsiteX0" fmla="*/ 371475 w 1600200"/>
                <a:gd name="connsiteY0" fmla="*/ 1118 h 1919069"/>
                <a:gd name="connsiteX1" fmla="*/ 568075 w 1600200"/>
                <a:gd name="connsiteY1" fmla="*/ 602876 h 1919069"/>
                <a:gd name="connsiteX2" fmla="*/ 374089 w 1600200"/>
                <a:gd name="connsiteY2" fmla="*/ 646744 h 1919069"/>
                <a:gd name="connsiteX3" fmla="*/ 1010522 w 1600200"/>
                <a:gd name="connsiteY3" fmla="*/ 1534584 h 1919069"/>
                <a:gd name="connsiteX4" fmla="*/ 1219200 w 1600200"/>
                <a:gd name="connsiteY4" fmla="*/ 1299944 h 1919069"/>
                <a:gd name="connsiteX5" fmla="*/ 1600200 w 1600200"/>
                <a:gd name="connsiteY5" fmla="*/ 1728569 h 1919069"/>
                <a:gd name="connsiteX6" fmla="*/ 1038225 w 1600200"/>
                <a:gd name="connsiteY6" fmla="*/ 1919069 h 1919069"/>
                <a:gd name="connsiteX7" fmla="*/ 0 w 1600200"/>
                <a:gd name="connsiteY7" fmla="*/ 376019 h 1919069"/>
                <a:gd name="connsiteX8" fmla="*/ 371475 w 1600200"/>
                <a:gd name="connsiteY8" fmla="*/ 1118 h 1919069"/>
                <a:gd name="connsiteX0" fmla="*/ 371475 w 1600200"/>
                <a:gd name="connsiteY0" fmla="*/ 1118 h 1919069"/>
                <a:gd name="connsiteX1" fmla="*/ 568075 w 1600200"/>
                <a:gd name="connsiteY1" fmla="*/ 602876 h 1919069"/>
                <a:gd name="connsiteX2" fmla="*/ 374089 w 1600200"/>
                <a:gd name="connsiteY2" fmla="*/ 646744 h 1919069"/>
                <a:gd name="connsiteX3" fmla="*/ 996099 w 1600200"/>
                <a:gd name="connsiteY3" fmla="*/ 1546122 h 1919069"/>
                <a:gd name="connsiteX4" fmla="*/ 1219200 w 1600200"/>
                <a:gd name="connsiteY4" fmla="*/ 1299944 h 1919069"/>
                <a:gd name="connsiteX5" fmla="*/ 1600200 w 1600200"/>
                <a:gd name="connsiteY5" fmla="*/ 1728569 h 1919069"/>
                <a:gd name="connsiteX6" fmla="*/ 1038225 w 1600200"/>
                <a:gd name="connsiteY6" fmla="*/ 1919069 h 1919069"/>
                <a:gd name="connsiteX7" fmla="*/ 0 w 1600200"/>
                <a:gd name="connsiteY7" fmla="*/ 376019 h 1919069"/>
                <a:gd name="connsiteX8" fmla="*/ 371475 w 1600200"/>
                <a:gd name="connsiteY8" fmla="*/ 1118 h 1919069"/>
                <a:gd name="connsiteX0" fmla="*/ 371475 w 1600200"/>
                <a:gd name="connsiteY0" fmla="*/ 1118 h 1919069"/>
                <a:gd name="connsiteX1" fmla="*/ 568075 w 1600200"/>
                <a:gd name="connsiteY1" fmla="*/ 602876 h 1919069"/>
                <a:gd name="connsiteX2" fmla="*/ 374089 w 1600200"/>
                <a:gd name="connsiteY2" fmla="*/ 646744 h 1919069"/>
                <a:gd name="connsiteX3" fmla="*/ 987445 w 1600200"/>
                <a:gd name="connsiteY3" fmla="*/ 1528815 h 1919069"/>
                <a:gd name="connsiteX4" fmla="*/ 1219200 w 1600200"/>
                <a:gd name="connsiteY4" fmla="*/ 1299944 h 1919069"/>
                <a:gd name="connsiteX5" fmla="*/ 1600200 w 1600200"/>
                <a:gd name="connsiteY5" fmla="*/ 1728569 h 1919069"/>
                <a:gd name="connsiteX6" fmla="*/ 1038225 w 1600200"/>
                <a:gd name="connsiteY6" fmla="*/ 1919069 h 1919069"/>
                <a:gd name="connsiteX7" fmla="*/ 0 w 1600200"/>
                <a:gd name="connsiteY7" fmla="*/ 376019 h 1919069"/>
                <a:gd name="connsiteX8" fmla="*/ 371475 w 1600200"/>
                <a:gd name="connsiteY8" fmla="*/ 1118 h 1919069"/>
                <a:gd name="connsiteX0" fmla="*/ 371475 w 1600200"/>
                <a:gd name="connsiteY0" fmla="*/ 1118 h 1919069"/>
                <a:gd name="connsiteX1" fmla="*/ 568075 w 1600200"/>
                <a:gd name="connsiteY1" fmla="*/ 602876 h 1919069"/>
                <a:gd name="connsiteX2" fmla="*/ 374089 w 1600200"/>
                <a:gd name="connsiteY2" fmla="*/ 646744 h 1919069"/>
                <a:gd name="connsiteX3" fmla="*/ 987445 w 1600200"/>
                <a:gd name="connsiteY3" fmla="*/ 1528815 h 1919069"/>
                <a:gd name="connsiteX4" fmla="*/ 1219200 w 1600200"/>
                <a:gd name="connsiteY4" fmla="*/ 1299944 h 1919069"/>
                <a:gd name="connsiteX5" fmla="*/ 1600200 w 1600200"/>
                <a:gd name="connsiteY5" fmla="*/ 1728569 h 1919069"/>
                <a:gd name="connsiteX6" fmla="*/ 1038225 w 1600200"/>
                <a:gd name="connsiteY6" fmla="*/ 1919069 h 1919069"/>
                <a:gd name="connsiteX7" fmla="*/ 0 w 1600200"/>
                <a:gd name="connsiteY7" fmla="*/ 376019 h 1919069"/>
                <a:gd name="connsiteX8" fmla="*/ 371475 w 1600200"/>
                <a:gd name="connsiteY8" fmla="*/ 1118 h 1919069"/>
                <a:gd name="connsiteX0" fmla="*/ 371475 w 1600200"/>
                <a:gd name="connsiteY0" fmla="*/ 1118 h 1919069"/>
                <a:gd name="connsiteX1" fmla="*/ 568075 w 1600200"/>
                <a:gd name="connsiteY1" fmla="*/ 602876 h 1919069"/>
                <a:gd name="connsiteX2" fmla="*/ 374089 w 1600200"/>
                <a:gd name="connsiteY2" fmla="*/ 646744 h 1919069"/>
                <a:gd name="connsiteX3" fmla="*/ 987445 w 1600200"/>
                <a:gd name="connsiteY3" fmla="*/ 1528815 h 1919069"/>
                <a:gd name="connsiteX4" fmla="*/ 1219200 w 1600200"/>
                <a:gd name="connsiteY4" fmla="*/ 1299944 h 1919069"/>
                <a:gd name="connsiteX5" fmla="*/ 1600200 w 1600200"/>
                <a:gd name="connsiteY5" fmla="*/ 1728569 h 1919069"/>
                <a:gd name="connsiteX6" fmla="*/ 1038225 w 1600200"/>
                <a:gd name="connsiteY6" fmla="*/ 1919069 h 1919069"/>
                <a:gd name="connsiteX7" fmla="*/ 0 w 1600200"/>
                <a:gd name="connsiteY7" fmla="*/ 376019 h 1919069"/>
                <a:gd name="connsiteX8" fmla="*/ 371475 w 1600200"/>
                <a:gd name="connsiteY8" fmla="*/ 1118 h 1919069"/>
                <a:gd name="connsiteX0" fmla="*/ 371475 w 1600200"/>
                <a:gd name="connsiteY0" fmla="*/ 1118 h 1919069"/>
                <a:gd name="connsiteX1" fmla="*/ 568075 w 1600200"/>
                <a:gd name="connsiteY1" fmla="*/ 602876 h 1919069"/>
                <a:gd name="connsiteX2" fmla="*/ 374089 w 1600200"/>
                <a:gd name="connsiteY2" fmla="*/ 646744 h 1919069"/>
                <a:gd name="connsiteX3" fmla="*/ 987445 w 1600200"/>
                <a:gd name="connsiteY3" fmla="*/ 1528815 h 1919069"/>
                <a:gd name="connsiteX4" fmla="*/ 1219200 w 1600200"/>
                <a:gd name="connsiteY4" fmla="*/ 1299944 h 1919069"/>
                <a:gd name="connsiteX5" fmla="*/ 1600200 w 1600200"/>
                <a:gd name="connsiteY5" fmla="*/ 1728569 h 1919069"/>
                <a:gd name="connsiteX6" fmla="*/ 1038225 w 1600200"/>
                <a:gd name="connsiteY6" fmla="*/ 1919069 h 1919069"/>
                <a:gd name="connsiteX7" fmla="*/ 0 w 1600200"/>
                <a:gd name="connsiteY7" fmla="*/ 376019 h 1919069"/>
                <a:gd name="connsiteX8" fmla="*/ 371475 w 1600200"/>
                <a:gd name="connsiteY8" fmla="*/ 1118 h 1919069"/>
                <a:gd name="connsiteX0" fmla="*/ 371475 w 1600200"/>
                <a:gd name="connsiteY0" fmla="*/ 1118 h 1919069"/>
                <a:gd name="connsiteX1" fmla="*/ 568075 w 1600200"/>
                <a:gd name="connsiteY1" fmla="*/ 602876 h 1919069"/>
                <a:gd name="connsiteX2" fmla="*/ 374089 w 1600200"/>
                <a:gd name="connsiteY2" fmla="*/ 646744 h 1919069"/>
                <a:gd name="connsiteX3" fmla="*/ 987445 w 1600200"/>
                <a:gd name="connsiteY3" fmla="*/ 1528815 h 1919069"/>
                <a:gd name="connsiteX4" fmla="*/ 1173048 w 1600200"/>
                <a:gd name="connsiteY4" fmla="*/ 1311482 h 1919069"/>
                <a:gd name="connsiteX5" fmla="*/ 1600200 w 1600200"/>
                <a:gd name="connsiteY5" fmla="*/ 1728569 h 1919069"/>
                <a:gd name="connsiteX6" fmla="*/ 1038225 w 1600200"/>
                <a:gd name="connsiteY6" fmla="*/ 1919069 h 1919069"/>
                <a:gd name="connsiteX7" fmla="*/ 0 w 1600200"/>
                <a:gd name="connsiteY7" fmla="*/ 376019 h 1919069"/>
                <a:gd name="connsiteX8" fmla="*/ 371475 w 1600200"/>
                <a:gd name="connsiteY8" fmla="*/ 1118 h 1919069"/>
                <a:gd name="connsiteX0" fmla="*/ 371475 w 1600200"/>
                <a:gd name="connsiteY0" fmla="*/ 1118 h 1919069"/>
                <a:gd name="connsiteX1" fmla="*/ 568075 w 1600200"/>
                <a:gd name="connsiteY1" fmla="*/ 602876 h 1919069"/>
                <a:gd name="connsiteX2" fmla="*/ 374089 w 1600200"/>
                <a:gd name="connsiteY2" fmla="*/ 646744 h 1919069"/>
                <a:gd name="connsiteX3" fmla="*/ 987445 w 1600200"/>
                <a:gd name="connsiteY3" fmla="*/ 1528815 h 1919069"/>
                <a:gd name="connsiteX4" fmla="*/ 1173048 w 1600200"/>
                <a:gd name="connsiteY4" fmla="*/ 1311482 h 1919069"/>
                <a:gd name="connsiteX5" fmla="*/ 1600200 w 1600200"/>
                <a:gd name="connsiteY5" fmla="*/ 1728569 h 1919069"/>
                <a:gd name="connsiteX6" fmla="*/ 1038225 w 1600200"/>
                <a:gd name="connsiteY6" fmla="*/ 1919069 h 1919069"/>
                <a:gd name="connsiteX7" fmla="*/ 0 w 1600200"/>
                <a:gd name="connsiteY7" fmla="*/ 376019 h 1919069"/>
                <a:gd name="connsiteX8" fmla="*/ 371475 w 1600200"/>
                <a:gd name="connsiteY8" fmla="*/ 1118 h 1919069"/>
                <a:gd name="connsiteX0" fmla="*/ 371475 w 1600200"/>
                <a:gd name="connsiteY0" fmla="*/ 1118 h 1919069"/>
                <a:gd name="connsiteX1" fmla="*/ 568075 w 1600200"/>
                <a:gd name="connsiteY1" fmla="*/ 602876 h 1919069"/>
                <a:gd name="connsiteX2" fmla="*/ 374089 w 1600200"/>
                <a:gd name="connsiteY2" fmla="*/ 646744 h 1919069"/>
                <a:gd name="connsiteX3" fmla="*/ 987445 w 1600200"/>
                <a:gd name="connsiteY3" fmla="*/ 1528815 h 1919069"/>
                <a:gd name="connsiteX4" fmla="*/ 1173048 w 1600200"/>
                <a:gd name="connsiteY4" fmla="*/ 1311482 h 1919069"/>
                <a:gd name="connsiteX5" fmla="*/ 1600200 w 1600200"/>
                <a:gd name="connsiteY5" fmla="*/ 1728569 h 1919069"/>
                <a:gd name="connsiteX6" fmla="*/ 1038225 w 1600200"/>
                <a:gd name="connsiteY6" fmla="*/ 1919069 h 1919069"/>
                <a:gd name="connsiteX7" fmla="*/ 0 w 1600200"/>
                <a:gd name="connsiteY7" fmla="*/ 376019 h 1919069"/>
                <a:gd name="connsiteX8" fmla="*/ 371475 w 1600200"/>
                <a:gd name="connsiteY8" fmla="*/ 1118 h 1919069"/>
                <a:gd name="connsiteX0" fmla="*/ 371475 w 1600200"/>
                <a:gd name="connsiteY0" fmla="*/ 1118 h 1919069"/>
                <a:gd name="connsiteX1" fmla="*/ 568075 w 1600200"/>
                <a:gd name="connsiteY1" fmla="*/ 602876 h 1919069"/>
                <a:gd name="connsiteX2" fmla="*/ 374089 w 1600200"/>
                <a:gd name="connsiteY2" fmla="*/ 646744 h 1919069"/>
                <a:gd name="connsiteX3" fmla="*/ 987445 w 1600200"/>
                <a:gd name="connsiteY3" fmla="*/ 1528815 h 1919069"/>
                <a:gd name="connsiteX4" fmla="*/ 1173048 w 1600200"/>
                <a:gd name="connsiteY4" fmla="*/ 1311482 h 1919069"/>
                <a:gd name="connsiteX5" fmla="*/ 1600200 w 1600200"/>
                <a:gd name="connsiteY5" fmla="*/ 1728569 h 1919069"/>
                <a:gd name="connsiteX6" fmla="*/ 1038225 w 1600200"/>
                <a:gd name="connsiteY6" fmla="*/ 1919069 h 1919069"/>
                <a:gd name="connsiteX7" fmla="*/ 0 w 1600200"/>
                <a:gd name="connsiteY7" fmla="*/ 376019 h 1919069"/>
                <a:gd name="connsiteX8" fmla="*/ 371475 w 1600200"/>
                <a:gd name="connsiteY8" fmla="*/ 1118 h 1919069"/>
                <a:gd name="connsiteX0" fmla="*/ 371475 w 1588662"/>
                <a:gd name="connsiteY0" fmla="*/ 1118 h 1919069"/>
                <a:gd name="connsiteX1" fmla="*/ 568075 w 1588662"/>
                <a:gd name="connsiteY1" fmla="*/ 602876 h 1919069"/>
                <a:gd name="connsiteX2" fmla="*/ 374089 w 1588662"/>
                <a:gd name="connsiteY2" fmla="*/ 646744 h 1919069"/>
                <a:gd name="connsiteX3" fmla="*/ 987445 w 1588662"/>
                <a:gd name="connsiteY3" fmla="*/ 1528815 h 1919069"/>
                <a:gd name="connsiteX4" fmla="*/ 1173048 w 1588662"/>
                <a:gd name="connsiteY4" fmla="*/ 1311482 h 1919069"/>
                <a:gd name="connsiteX5" fmla="*/ 1588662 w 1588662"/>
                <a:gd name="connsiteY5" fmla="*/ 1699723 h 1919069"/>
                <a:gd name="connsiteX6" fmla="*/ 1038225 w 1588662"/>
                <a:gd name="connsiteY6" fmla="*/ 1919069 h 1919069"/>
                <a:gd name="connsiteX7" fmla="*/ 0 w 1588662"/>
                <a:gd name="connsiteY7" fmla="*/ 376019 h 1919069"/>
                <a:gd name="connsiteX8" fmla="*/ 371475 w 1588662"/>
                <a:gd name="connsiteY8" fmla="*/ 1118 h 1919069"/>
                <a:gd name="connsiteX0" fmla="*/ 371475 w 1600166"/>
                <a:gd name="connsiteY0" fmla="*/ 1118 h 1919069"/>
                <a:gd name="connsiteX1" fmla="*/ 568075 w 1600166"/>
                <a:gd name="connsiteY1" fmla="*/ 602876 h 1919069"/>
                <a:gd name="connsiteX2" fmla="*/ 374089 w 1600166"/>
                <a:gd name="connsiteY2" fmla="*/ 646744 h 1919069"/>
                <a:gd name="connsiteX3" fmla="*/ 987445 w 1600166"/>
                <a:gd name="connsiteY3" fmla="*/ 1528815 h 1919069"/>
                <a:gd name="connsiteX4" fmla="*/ 1173048 w 1600166"/>
                <a:gd name="connsiteY4" fmla="*/ 1311482 h 1919069"/>
                <a:gd name="connsiteX5" fmla="*/ 1588662 w 1600166"/>
                <a:gd name="connsiteY5" fmla="*/ 1699723 h 1919069"/>
                <a:gd name="connsiteX6" fmla="*/ 1038225 w 1600166"/>
                <a:gd name="connsiteY6" fmla="*/ 1919069 h 1919069"/>
                <a:gd name="connsiteX7" fmla="*/ 0 w 1600166"/>
                <a:gd name="connsiteY7" fmla="*/ 376019 h 1919069"/>
                <a:gd name="connsiteX8" fmla="*/ 371475 w 1600166"/>
                <a:gd name="connsiteY8" fmla="*/ 1118 h 1919069"/>
                <a:gd name="connsiteX0" fmla="*/ 371475 w 1600166"/>
                <a:gd name="connsiteY0" fmla="*/ 1118 h 1919069"/>
                <a:gd name="connsiteX1" fmla="*/ 568075 w 1600166"/>
                <a:gd name="connsiteY1" fmla="*/ 602876 h 1919069"/>
                <a:gd name="connsiteX2" fmla="*/ 374089 w 1600166"/>
                <a:gd name="connsiteY2" fmla="*/ 646744 h 1919069"/>
                <a:gd name="connsiteX3" fmla="*/ 987445 w 1600166"/>
                <a:gd name="connsiteY3" fmla="*/ 1528815 h 1919069"/>
                <a:gd name="connsiteX4" fmla="*/ 1173048 w 1600166"/>
                <a:gd name="connsiteY4" fmla="*/ 1311482 h 1919069"/>
                <a:gd name="connsiteX5" fmla="*/ 1588662 w 1600166"/>
                <a:gd name="connsiteY5" fmla="*/ 1699723 h 1919069"/>
                <a:gd name="connsiteX6" fmla="*/ 1038225 w 1600166"/>
                <a:gd name="connsiteY6" fmla="*/ 1919069 h 1919069"/>
                <a:gd name="connsiteX7" fmla="*/ 0 w 1600166"/>
                <a:gd name="connsiteY7" fmla="*/ 376019 h 1919069"/>
                <a:gd name="connsiteX8" fmla="*/ 371475 w 1600166"/>
                <a:gd name="connsiteY8" fmla="*/ 1118 h 1919069"/>
                <a:gd name="connsiteX0" fmla="*/ 371475 w 1596260"/>
                <a:gd name="connsiteY0" fmla="*/ 1118 h 1919069"/>
                <a:gd name="connsiteX1" fmla="*/ 568075 w 1596260"/>
                <a:gd name="connsiteY1" fmla="*/ 602876 h 1919069"/>
                <a:gd name="connsiteX2" fmla="*/ 374089 w 1596260"/>
                <a:gd name="connsiteY2" fmla="*/ 646744 h 1919069"/>
                <a:gd name="connsiteX3" fmla="*/ 987445 w 1596260"/>
                <a:gd name="connsiteY3" fmla="*/ 1528815 h 1919069"/>
                <a:gd name="connsiteX4" fmla="*/ 1173048 w 1596260"/>
                <a:gd name="connsiteY4" fmla="*/ 1311482 h 1919069"/>
                <a:gd name="connsiteX5" fmla="*/ 1588662 w 1596260"/>
                <a:gd name="connsiteY5" fmla="*/ 1699723 h 1919069"/>
                <a:gd name="connsiteX6" fmla="*/ 1038225 w 1596260"/>
                <a:gd name="connsiteY6" fmla="*/ 1919069 h 1919069"/>
                <a:gd name="connsiteX7" fmla="*/ 0 w 1596260"/>
                <a:gd name="connsiteY7" fmla="*/ 376019 h 1919069"/>
                <a:gd name="connsiteX8" fmla="*/ 371475 w 1596260"/>
                <a:gd name="connsiteY8" fmla="*/ 1118 h 1919069"/>
                <a:gd name="connsiteX0" fmla="*/ 371475 w 1596260"/>
                <a:gd name="connsiteY0" fmla="*/ 1118 h 1919069"/>
                <a:gd name="connsiteX1" fmla="*/ 568075 w 1596260"/>
                <a:gd name="connsiteY1" fmla="*/ 602876 h 1919069"/>
                <a:gd name="connsiteX2" fmla="*/ 374089 w 1596260"/>
                <a:gd name="connsiteY2" fmla="*/ 646744 h 1919069"/>
                <a:gd name="connsiteX3" fmla="*/ 987445 w 1596260"/>
                <a:gd name="connsiteY3" fmla="*/ 1528815 h 1919069"/>
                <a:gd name="connsiteX4" fmla="*/ 1173048 w 1596260"/>
                <a:gd name="connsiteY4" fmla="*/ 1311482 h 1919069"/>
                <a:gd name="connsiteX5" fmla="*/ 1588662 w 1596260"/>
                <a:gd name="connsiteY5" fmla="*/ 1699723 h 1919069"/>
                <a:gd name="connsiteX6" fmla="*/ 1038225 w 1596260"/>
                <a:gd name="connsiteY6" fmla="*/ 1919069 h 1919069"/>
                <a:gd name="connsiteX7" fmla="*/ 0 w 1596260"/>
                <a:gd name="connsiteY7" fmla="*/ 376019 h 1919069"/>
                <a:gd name="connsiteX8" fmla="*/ 371475 w 1596260"/>
                <a:gd name="connsiteY8" fmla="*/ 1118 h 1919069"/>
                <a:gd name="connsiteX0" fmla="*/ 371475 w 1596260"/>
                <a:gd name="connsiteY0" fmla="*/ 1118 h 1946976"/>
                <a:gd name="connsiteX1" fmla="*/ 568075 w 1596260"/>
                <a:gd name="connsiteY1" fmla="*/ 602876 h 1946976"/>
                <a:gd name="connsiteX2" fmla="*/ 374089 w 1596260"/>
                <a:gd name="connsiteY2" fmla="*/ 646744 h 1946976"/>
                <a:gd name="connsiteX3" fmla="*/ 987445 w 1596260"/>
                <a:gd name="connsiteY3" fmla="*/ 1528815 h 1946976"/>
                <a:gd name="connsiteX4" fmla="*/ 1173048 w 1596260"/>
                <a:gd name="connsiteY4" fmla="*/ 1311482 h 1946976"/>
                <a:gd name="connsiteX5" fmla="*/ 1588662 w 1596260"/>
                <a:gd name="connsiteY5" fmla="*/ 1699723 h 1946976"/>
                <a:gd name="connsiteX6" fmla="*/ 1038225 w 1596260"/>
                <a:gd name="connsiteY6" fmla="*/ 1919069 h 1946976"/>
                <a:gd name="connsiteX7" fmla="*/ 0 w 1596260"/>
                <a:gd name="connsiteY7" fmla="*/ 376019 h 1946976"/>
                <a:gd name="connsiteX8" fmla="*/ 371475 w 1596260"/>
                <a:gd name="connsiteY8" fmla="*/ 1118 h 1946976"/>
                <a:gd name="connsiteX0" fmla="*/ 357053 w 1581838"/>
                <a:gd name="connsiteY0" fmla="*/ 1118 h 1946976"/>
                <a:gd name="connsiteX1" fmla="*/ 553653 w 1581838"/>
                <a:gd name="connsiteY1" fmla="*/ 602876 h 1946976"/>
                <a:gd name="connsiteX2" fmla="*/ 359667 w 1581838"/>
                <a:gd name="connsiteY2" fmla="*/ 646744 h 1946976"/>
                <a:gd name="connsiteX3" fmla="*/ 973023 w 1581838"/>
                <a:gd name="connsiteY3" fmla="*/ 1528815 h 1946976"/>
                <a:gd name="connsiteX4" fmla="*/ 1158626 w 1581838"/>
                <a:gd name="connsiteY4" fmla="*/ 1311482 h 1946976"/>
                <a:gd name="connsiteX5" fmla="*/ 1574240 w 1581838"/>
                <a:gd name="connsiteY5" fmla="*/ 1699723 h 1946976"/>
                <a:gd name="connsiteX6" fmla="*/ 1023803 w 1581838"/>
                <a:gd name="connsiteY6" fmla="*/ 1919069 h 1946976"/>
                <a:gd name="connsiteX7" fmla="*/ 0 w 1581838"/>
                <a:gd name="connsiteY7" fmla="*/ 378903 h 1946976"/>
                <a:gd name="connsiteX8" fmla="*/ 357053 w 1581838"/>
                <a:gd name="connsiteY8" fmla="*/ 1118 h 1946976"/>
                <a:gd name="connsiteX0" fmla="*/ 357053 w 1581838"/>
                <a:gd name="connsiteY0" fmla="*/ 1118 h 1946976"/>
                <a:gd name="connsiteX1" fmla="*/ 553653 w 1581838"/>
                <a:gd name="connsiteY1" fmla="*/ 602876 h 1946976"/>
                <a:gd name="connsiteX2" fmla="*/ 359667 w 1581838"/>
                <a:gd name="connsiteY2" fmla="*/ 646744 h 1946976"/>
                <a:gd name="connsiteX3" fmla="*/ 973023 w 1581838"/>
                <a:gd name="connsiteY3" fmla="*/ 1528815 h 1946976"/>
                <a:gd name="connsiteX4" fmla="*/ 1158626 w 1581838"/>
                <a:gd name="connsiteY4" fmla="*/ 1311482 h 1946976"/>
                <a:gd name="connsiteX5" fmla="*/ 1574240 w 1581838"/>
                <a:gd name="connsiteY5" fmla="*/ 1699723 h 1946976"/>
                <a:gd name="connsiteX6" fmla="*/ 1023803 w 1581838"/>
                <a:gd name="connsiteY6" fmla="*/ 1919069 h 1946976"/>
                <a:gd name="connsiteX7" fmla="*/ 0 w 1581838"/>
                <a:gd name="connsiteY7" fmla="*/ 378903 h 1946976"/>
                <a:gd name="connsiteX8" fmla="*/ 357053 w 1581838"/>
                <a:gd name="connsiteY8" fmla="*/ 1118 h 1946976"/>
                <a:gd name="connsiteX0" fmla="*/ 357053 w 1581838"/>
                <a:gd name="connsiteY0" fmla="*/ 1118 h 1946976"/>
                <a:gd name="connsiteX1" fmla="*/ 553653 w 1581838"/>
                <a:gd name="connsiteY1" fmla="*/ 602876 h 1946976"/>
                <a:gd name="connsiteX2" fmla="*/ 359667 w 1581838"/>
                <a:gd name="connsiteY2" fmla="*/ 646744 h 1946976"/>
                <a:gd name="connsiteX3" fmla="*/ 973023 w 1581838"/>
                <a:gd name="connsiteY3" fmla="*/ 1528815 h 1946976"/>
                <a:gd name="connsiteX4" fmla="*/ 1158626 w 1581838"/>
                <a:gd name="connsiteY4" fmla="*/ 1311482 h 1946976"/>
                <a:gd name="connsiteX5" fmla="*/ 1574240 w 1581838"/>
                <a:gd name="connsiteY5" fmla="*/ 1699723 h 1946976"/>
                <a:gd name="connsiteX6" fmla="*/ 1023803 w 1581838"/>
                <a:gd name="connsiteY6" fmla="*/ 1919069 h 1946976"/>
                <a:gd name="connsiteX7" fmla="*/ 0 w 1581838"/>
                <a:gd name="connsiteY7" fmla="*/ 378903 h 1946976"/>
                <a:gd name="connsiteX8" fmla="*/ 357053 w 1581838"/>
                <a:gd name="connsiteY8" fmla="*/ 1118 h 1946976"/>
                <a:gd name="connsiteX0" fmla="*/ 333976 w 1558761"/>
                <a:gd name="connsiteY0" fmla="*/ 1118 h 1946976"/>
                <a:gd name="connsiteX1" fmla="*/ 530576 w 1558761"/>
                <a:gd name="connsiteY1" fmla="*/ 602876 h 1946976"/>
                <a:gd name="connsiteX2" fmla="*/ 336590 w 1558761"/>
                <a:gd name="connsiteY2" fmla="*/ 646744 h 1946976"/>
                <a:gd name="connsiteX3" fmla="*/ 949946 w 1558761"/>
                <a:gd name="connsiteY3" fmla="*/ 1528815 h 1946976"/>
                <a:gd name="connsiteX4" fmla="*/ 1135549 w 1558761"/>
                <a:gd name="connsiteY4" fmla="*/ 1311482 h 1946976"/>
                <a:gd name="connsiteX5" fmla="*/ 1551163 w 1558761"/>
                <a:gd name="connsiteY5" fmla="*/ 1699723 h 1946976"/>
                <a:gd name="connsiteX6" fmla="*/ 1000726 w 1558761"/>
                <a:gd name="connsiteY6" fmla="*/ 1919069 h 1946976"/>
                <a:gd name="connsiteX7" fmla="*/ 0 w 1558761"/>
                <a:gd name="connsiteY7" fmla="*/ 390441 h 1946976"/>
                <a:gd name="connsiteX8" fmla="*/ 333976 w 1558761"/>
                <a:gd name="connsiteY8" fmla="*/ 1118 h 1946976"/>
                <a:gd name="connsiteX0" fmla="*/ 335877 w 1560662"/>
                <a:gd name="connsiteY0" fmla="*/ 1118 h 1946976"/>
                <a:gd name="connsiteX1" fmla="*/ 532477 w 1560662"/>
                <a:gd name="connsiteY1" fmla="*/ 602876 h 1946976"/>
                <a:gd name="connsiteX2" fmla="*/ 338491 w 1560662"/>
                <a:gd name="connsiteY2" fmla="*/ 646744 h 1946976"/>
                <a:gd name="connsiteX3" fmla="*/ 951847 w 1560662"/>
                <a:gd name="connsiteY3" fmla="*/ 1528815 h 1946976"/>
                <a:gd name="connsiteX4" fmla="*/ 1137450 w 1560662"/>
                <a:gd name="connsiteY4" fmla="*/ 1311482 h 1946976"/>
                <a:gd name="connsiteX5" fmla="*/ 1553064 w 1560662"/>
                <a:gd name="connsiteY5" fmla="*/ 1699723 h 1946976"/>
                <a:gd name="connsiteX6" fmla="*/ 1002627 w 1560662"/>
                <a:gd name="connsiteY6" fmla="*/ 1919069 h 1946976"/>
                <a:gd name="connsiteX7" fmla="*/ 1901 w 1560662"/>
                <a:gd name="connsiteY7" fmla="*/ 390441 h 1946976"/>
                <a:gd name="connsiteX8" fmla="*/ 335877 w 1560662"/>
                <a:gd name="connsiteY8" fmla="*/ 1118 h 1946976"/>
                <a:gd name="connsiteX0" fmla="*/ 335877 w 1560662"/>
                <a:gd name="connsiteY0" fmla="*/ 1118 h 1946976"/>
                <a:gd name="connsiteX1" fmla="*/ 532477 w 1560662"/>
                <a:gd name="connsiteY1" fmla="*/ 602876 h 1946976"/>
                <a:gd name="connsiteX2" fmla="*/ 338491 w 1560662"/>
                <a:gd name="connsiteY2" fmla="*/ 646744 h 1946976"/>
                <a:gd name="connsiteX3" fmla="*/ 951847 w 1560662"/>
                <a:gd name="connsiteY3" fmla="*/ 1528815 h 1946976"/>
                <a:gd name="connsiteX4" fmla="*/ 1137450 w 1560662"/>
                <a:gd name="connsiteY4" fmla="*/ 1311482 h 1946976"/>
                <a:gd name="connsiteX5" fmla="*/ 1553064 w 1560662"/>
                <a:gd name="connsiteY5" fmla="*/ 1699723 h 1946976"/>
                <a:gd name="connsiteX6" fmla="*/ 1002627 w 1560662"/>
                <a:gd name="connsiteY6" fmla="*/ 1919069 h 1946976"/>
                <a:gd name="connsiteX7" fmla="*/ 1901 w 1560662"/>
                <a:gd name="connsiteY7" fmla="*/ 390441 h 1946976"/>
                <a:gd name="connsiteX8" fmla="*/ 335877 w 1560662"/>
                <a:gd name="connsiteY8" fmla="*/ 1118 h 1946976"/>
                <a:gd name="connsiteX0" fmla="*/ 335877 w 1560662"/>
                <a:gd name="connsiteY0" fmla="*/ 1118 h 1946976"/>
                <a:gd name="connsiteX1" fmla="*/ 532477 w 1560662"/>
                <a:gd name="connsiteY1" fmla="*/ 602876 h 1946976"/>
                <a:gd name="connsiteX2" fmla="*/ 338491 w 1560662"/>
                <a:gd name="connsiteY2" fmla="*/ 646744 h 1946976"/>
                <a:gd name="connsiteX3" fmla="*/ 951847 w 1560662"/>
                <a:gd name="connsiteY3" fmla="*/ 1528815 h 1946976"/>
                <a:gd name="connsiteX4" fmla="*/ 1137450 w 1560662"/>
                <a:gd name="connsiteY4" fmla="*/ 1311482 h 1946976"/>
                <a:gd name="connsiteX5" fmla="*/ 1553064 w 1560662"/>
                <a:gd name="connsiteY5" fmla="*/ 1699723 h 1946976"/>
                <a:gd name="connsiteX6" fmla="*/ 1002627 w 1560662"/>
                <a:gd name="connsiteY6" fmla="*/ 1919069 h 1946976"/>
                <a:gd name="connsiteX7" fmla="*/ 1901 w 1560662"/>
                <a:gd name="connsiteY7" fmla="*/ 390441 h 1946976"/>
                <a:gd name="connsiteX8" fmla="*/ 335877 w 1560662"/>
                <a:gd name="connsiteY8" fmla="*/ 1118 h 1946976"/>
                <a:gd name="connsiteX0" fmla="*/ 335877 w 1560662"/>
                <a:gd name="connsiteY0" fmla="*/ 1118 h 1946976"/>
                <a:gd name="connsiteX1" fmla="*/ 532477 w 1560662"/>
                <a:gd name="connsiteY1" fmla="*/ 602876 h 1946976"/>
                <a:gd name="connsiteX2" fmla="*/ 344260 w 1560662"/>
                <a:gd name="connsiteY2" fmla="*/ 655398 h 1946976"/>
                <a:gd name="connsiteX3" fmla="*/ 951847 w 1560662"/>
                <a:gd name="connsiteY3" fmla="*/ 1528815 h 1946976"/>
                <a:gd name="connsiteX4" fmla="*/ 1137450 w 1560662"/>
                <a:gd name="connsiteY4" fmla="*/ 1311482 h 1946976"/>
                <a:gd name="connsiteX5" fmla="*/ 1553064 w 1560662"/>
                <a:gd name="connsiteY5" fmla="*/ 1699723 h 1946976"/>
                <a:gd name="connsiteX6" fmla="*/ 1002627 w 1560662"/>
                <a:gd name="connsiteY6" fmla="*/ 1919069 h 1946976"/>
                <a:gd name="connsiteX7" fmla="*/ 1901 w 1560662"/>
                <a:gd name="connsiteY7" fmla="*/ 390441 h 1946976"/>
                <a:gd name="connsiteX8" fmla="*/ 335877 w 1560662"/>
                <a:gd name="connsiteY8" fmla="*/ 1118 h 1946976"/>
                <a:gd name="connsiteX0" fmla="*/ 335877 w 1560662"/>
                <a:gd name="connsiteY0" fmla="*/ 196 h 1946054"/>
                <a:gd name="connsiteX1" fmla="*/ 532477 w 1560662"/>
                <a:gd name="connsiteY1" fmla="*/ 601954 h 1946054"/>
                <a:gd name="connsiteX2" fmla="*/ 344260 w 1560662"/>
                <a:gd name="connsiteY2" fmla="*/ 654476 h 1946054"/>
                <a:gd name="connsiteX3" fmla="*/ 951847 w 1560662"/>
                <a:gd name="connsiteY3" fmla="*/ 1527893 h 1946054"/>
                <a:gd name="connsiteX4" fmla="*/ 1137450 w 1560662"/>
                <a:gd name="connsiteY4" fmla="*/ 1310560 h 1946054"/>
                <a:gd name="connsiteX5" fmla="*/ 1553064 w 1560662"/>
                <a:gd name="connsiteY5" fmla="*/ 1698801 h 1946054"/>
                <a:gd name="connsiteX6" fmla="*/ 1002627 w 1560662"/>
                <a:gd name="connsiteY6" fmla="*/ 1918147 h 1946054"/>
                <a:gd name="connsiteX7" fmla="*/ 1901 w 1560662"/>
                <a:gd name="connsiteY7" fmla="*/ 389519 h 1946054"/>
                <a:gd name="connsiteX8" fmla="*/ 335877 w 1560662"/>
                <a:gd name="connsiteY8" fmla="*/ 196 h 1946054"/>
                <a:gd name="connsiteX0" fmla="*/ 332898 w 1560662"/>
                <a:gd name="connsiteY0" fmla="*/ 199 h 1937121"/>
                <a:gd name="connsiteX1" fmla="*/ 532477 w 1560662"/>
                <a:gd name="connsiteY1" fmla="*/ 593021 h 1937121"/>
                <a:gd name="connsiteX2" fmla="*/ 344260 w 1560662"/>
                <a:gd name="connsiteY2" fmla="*/ 645543 h 1937121"/>
                <a:gd name="connsiteX3" fmla="*/ 951847 w 1560662"/>
                <a:gd name="connsiteY3" fmla="*/ 1518960 h 1937121"/>
                <a:gd name="connsiteX4" fmla="*/ 1137450 w 1560662"/>
                <a:gd name="connsiteY4" fmla="*/ 1301627 h 1937121"/>
                <a:gd name="connsiteX5" fmla="*/ 1553064 w 1560662"/>
                <a:gd name="connsiteY5" fmla="*/ 1689868 h 1937121"/>
                <a:gd name="connsiteX6" fmla="*/ 1002627 w 1560662"/>
                <a:gd name="connsiteY6" fmla="*/ 1909214 h 1937121"/>
                <a:gd name="connsiteX7" fmla="*/ 1901 w 1560662"/>
                <a:gd name="connsiteY7" fmla="*/ 380586 h 1937121"/>
                <a:gd name="connsiteX8" fmla="*/ 332898 w 1560662"/>
                <a:gd name="connsiteY8" fmla="*/ 199 h 1937121"/>
                <a:gd name="connsiteX0" fmla="*/ 332898 w 1560662"/>
                <a:gd name="connsiteY0" fmla="*/ 199 h 1937121"/>
                <a:gd name="connsiteX1" fmla="*/ 532477 w 1560662"/>
                <a:gd name="connsiteY1" fmla="*/ 593021 h 1937121"/>
                <a:gd name="connsiteX2" fmla="*/ 344260 w 1560662"/>
                <a:gd name="connsiteY2" fmla="*/ 645543 h 1937121"/>
                <a:gd name="connsiteX3" fmla="*/ 951847 w 1560662"/>
                <a:gd name="connsiteY3" fmla="*/ 1518960 h 1937121"/>
                <a:gd name="connsiteX4" fmla="*/ 1137450 w 1560662"/>
                <a:gd name="connsiteY4" fmla="*/ 1301627 h 1937121"/>
                <a:gd name="connsiteX5" fmla="*/ 1553064 w 1560662"/>
                <a:gd name="connsiteY5" fmla="*/ 1689868 h 1937121"/>
                <a:gd name="connsiteX6" fmla="*/ 1002627 w 1560662"/>
                <a:gd name="connsiteY6" fmla="*/ 1909214 h 1937121"/>
                <a:gd name="connsiteX7" fmla="*/ 1901 w 1560662"/>
                <a:gd name="connsiteY7" fmla="*/ 380586 h 1937121"/>
                <a:gd name="connsiteX8" fmla="*/ 332898 w 1560662"/>
                <a:gd name="connsiteY8" fmla="*/ 199 h 1937121"/>
                <a:gd name="connsiteX0" fmla="*/ 332898 w 1560662"/>
                <a:gd name="connsiteY0" fmla="*/ 199 h 1937121"/>
                <a:gd name="connsiteX1" fmla="*/ 532477 w 1560662"/>
                <a:gd name="connsiteY1" fmla="*/ 593021 h 1937121"/>
                <a:gd name="connsiteX2" fmla="*/ 344260 w 1560662"/>
                <a:gd name="connsiteY2" fmla="*/ 645543 h 1937121"/>
                <a:gd name="connsiteX3" fmla="*/ 951847 w 1560662"/>
                <a:gd name="connsiteY3" fmla="*/ 1518960 h 1937121"/>
                <a:gd name="connsiteX4" fmla="*/ 1137450 w 1560662"/>
                <a:gd name="connsiteY4" fmla="*/ 1301627 h 1937121"/>
                <a:gd name="connsiteX5" fmla="*/ 1553064 w 1560662"/>
                <a:gd name="connsiteY5" fmla="*/ 1689868 h 1937121"/>
                <a:gd name="connsiteX6" fmla="*/ 1002627 w 1560662"/>
                <a:gd name="connsiteY6" fmla="*/ 1909214 h 1937121"/>
                <a:gd name="connsiteX7" fmla="*/ 1901 w 1560662"/>
                <a:gd name="connsiteY7" fmla="*/ 380586 h 1937121"/>
                <a:gd name="connsiteX8" fmla="*/ 332898 w 1560662"/>
                <a:gd name="connsiteY8" fmla="*/ 199 h 1937121"/>
                <a:gd name="connsiteX0" fmla="*/ 332898 w 1565431"/>
                <a:gd name="connsiteY0" fmla="*/ 199 h 1937121"/>
                <a:gd name="connsiteX1" fmla="*/ 532477 w 1565431"/>
                <a:gd name="connsiteY1" fmla="*/ 593021 h 1937121"/>
                <a:gd name="connsiteX2" fmla="*/ 344260 w 1565431"/>
                <a:gd name="connsiteY2" fmla="*/ 645543 h 1937121"/>
                <a:gd name="connsiteX3" fmla="*/ 951847 w 1565431"/>
                <a:gd name="connsiteY3" fmla="*/ 1518960 h 1937121"/>
                <a:gd name="connsiteX4" fmla="*/ 1137450 w 1565431"/>
                <a:gd name="connsiteY4" fmla="*/ 1301627 h 1937121"/>
                <a:gd name="connsiteX5" fmla="*/ 1553064 w 1565431"/>
                <a:gd name="connsiteY5" fmla="*/ 1689868 h 1937121"/>
                <a:gd name="connsiteX6" fmla="*/ 1002627 w 1565431"/>
                <a:gd name="connsiteY6" fmla="*/ 1909214 h 1937121"/>
                <a:gd name="connsiteX7" fmla="*/ 1901 w 1565431"/>
                <a:gd name="connsiteY7" fmla="*/ 380586 h 1937121"/>
                <a:gd name="connsiteX8" fmla="*/ 332898 w 1565431"/>
                <a:gd name="connsiteY8" fmla="*/ 199 h 1937121"/>
                <a:gd name="connsiteX0" fmla="*/ 332898 w 1565431"/>
                <a:gd name="connsiteY0" fmla="*/ 199 h 1937121"/>
                <a:gd name="connsiteX1" fmla="*/ 532477 w 1565431"/>
                <a:gd name="connsiteY1" fmla="*/ 593021 h 1937121"/>
                <a:gd name="connsiteX2" fmla="*/ 344260 w 1565431"/>
                <a:gd name="connsiteY2" fmla="*/ 645543 h 1937121"/>
                <a:gd name="connsiteX3" fmla="*/ 951847 w 1565431"/>
                <a:gd name="connsiteY3" fmla="*/ 1518960 h 1937121"/>
                <a:gd name="connsiteX4" fmla="*/ 1137450 w 1565431"/>
                <a:gd name="connsiteY4" fmla="*/ 1301627 h 1937121"/>
                <a:gd name="connsiteX5" fmla="*/ 1553064 w 1565431"/>
                <a:gd name="connsiteY5" fmla="*/ 1689868 h 1937121"/>
                <a:gd name="connsiteX6" fmla="*/ 1002627 w 1565431"/>
                <a:gd name="connsiteY6" fmla="*/ 1909214 h 1937121"/>
                <a:gd name="connsiteX7" fmla="*/ 1901 w 1565431"/>
                <a:gd name="connsiteY7" fmla="*/ 380586 h 1937121"/>
                <a:gd name="connsiteX8" fmla="*/ 332898 w 1565431"/>
                <a:gd name="connsiteY8" fmla="*/ 199 h 1937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65431" h="1937121">
                  <a:moveTo>
                    <a:pt x="332898" y="199"/>
                  </a:moveTo>
                  <a:cubicBezTo>
                    <a:pt x="480797" y="-12106"/>
                    <a:pt x="712130" y="551085"/>
                    <a:pt x="532477" y="593021"/>
                  </a:cubicBezTo>
                  <a:lnTo>
                    <a:pt x="344260" y="645543"/>
                  </a:lnTo>
                  <a:cubicBezTo>
                    <a:pt x="475639" y="1163599"/>
                    <a:pt x="690666" y="1300897"/>
                    <a:pt x="951847" y="1518960"/>
                  </a:cubicBezTo>
                  <a:cubicBezTo>
                    <a:pt x="1003138" y="1396518"/>
                    <a:pt x="1042046" y="1291100"/>
                    <a:pt x="1137450" y="1301627"/>
                  </a:cubicBezTo>
                  <a:cubicBezTo>
                    <a:pt x="1276950" y="1299313"/>
                    <a:pt x="1636332" y="1564228"/>
                    <a:pt x="1553064" y="1689868"/>
                  </a:cubicBezTo>
                  <a:cubicBezTo>
                    <a:pt x="1389777" y="1941825"/>
                    <a:pt x="1145722" y="1971673"/>
                    <a:pt x="1002627" y="1909214"/>
                  </a:cubicBezTo>
                  <a:cubicBezTo>
                    <a:pt x="545977" y="1690048"/>
                    <a:pt x="-37590" y="1110316"/>
                    <a:pt x="1901" y="380586"/>
                  </a:cubicBezTo>
                  <a:cubicBezTo>
                    <a:pt x="36305" y="148891"/>
                    <a:pt x="133416" y="23363"/>
                    <a:pt x="332898" y="19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62A3A3F2-33E5-4F2D-B7A2-FB5DF15CBC8A}"/>
              </a:ext>
            </a:extLst>
          </p:cNvPr>
          <p:cNvGrpSpPr/>
          <p:nvPr/>
        </p:nvGrpSpPr>
        <p:grpSpPr>
          <a:xfrm>
            <a:off x="2585329" y="694597"/>
            <a:ext cx="1730833" cy="1879719"/>
            <a:chOff x="2585329" y="694597"/>
            <a:chExt cx="1730833" cy="1879719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C269FB30-F330-4BA0-B655-7D76B8E871FA}"/>
                </a:ext>
              </a:extLst>
            </p:cNvPr>
            <p:cNvSpPr/>
            <p:nvPr/>
          </p:nvSpPr>
          <p:spPr>
            <a:xfrm>
              <a:off x="2585329" y="941233"/>
              <a:ext cx="1633083" cy="1633083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93F6E565-0C1C-4705-B247-C413988F6E60}"/>
                </a:ext>
              </a:extLst>
            </p:cNvPr>
            <p:cNvSpPr/>
            <p:nvPr/>
          </p:nvSpPr>
          <p:spPr>
            <a:xfrm>
              <a:off x="3505187" y="694597"/>
              <a:ext cx="810975" cy="8109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73D6F6C-C956-40AD-9C5B-E7FFF6193482}"/>
                </a:ext>
              </a:extLst>
            </p:cNvPr>
            <p:cNvSpPr txBox="1"/>
            <p:nvPr/>
          </p:nvSpPr>
          <p:spPr>
            <a:xfrm>
              <a:off x="2893403" y="1572133"/>
              <a:ext cx="10154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schemeClr val="accent1"/>
                  </a:solidFill>
                  <a:cs typeface="Arial" pitchFamily="34" charset="0"/>
                </a:rPr>
                <a:t>CAL2</a:t>
              </a:r>
              <a:endParaRPr lang="ko-KR" altLang="en-US" sz="2400" b="1" dirty="0">
                <a:solidFill>
                  <a:schemeClr val="accent1"/>
                </a:solidFill>
                <a:cs typeface="Arial" pitchFamily="34" charset="0"/>
              </a:endParaRPr>
            </a:p>
          </p:txBody>
        </p:sp>
        <p:sp>
          <p:nvSpPr>
            <p:cNvPr id="45" name="Freeform 25">
              <a:extLst>
                <a:ext uri="{FF2B5EF4-FFF2-40B4-BE49-F238E27FC236}">
                  <a16:creationId xmlns:a16="http://schemas.microsoft.com/office/drawing/2014/main" id="{34CCA4AE-D78E-4338-9BDC-0AAC9B07F580}"/>
                </a:ext>
              </a:extLst>
            </p:cNvPr>
            <p:cNvSpPr/>
            <p:nvPr/>
          </p:nvSpPr>
          <p:spPr>
            <a:xfrm>
              <a:off x="3737142" y="829143"/>
              <a:ext cx="417857" cy="517071"/>
            </a:xfrm>
            <a:custGeom>
              <a:avLst/>
              <a:gdLst>
                <a:gd name="connsiteX0" fmla="*/ 371475 w 1600200"/>
                <a:gd name="connsiteY0" fmla="*/ 0 h 1857375"/>
                <a:gd name="connsiteX1" fmla="*/ 628650 w 1600200"/>
                <a:gd name="connsiteY1" fmla="*/ 523875 h 1857375"/>
                <a:gd name="connsiteX2" fmla="*/ 400050 w 1600200"/>
                <a:gd name="connsiteY2" fmla="*/ 561975 h 1857375"/>
                <a:gd name="connsiteX3" fmla="*/ 1019175 w 1600200"/>
                <a:gd name="connsiteY3" fmla="*/ 1438275 h 1857375"/>
                <a:gd name="connsiteX4" fmla="*/ 1219200 w 1600200"/>
                <a:gd name="connsiteY4" fmla="*/ 1238250 h 1857375"/>
                <a:gd name="connsiteX5" fmla="*/ 1600200 w 1600200"/>
                <a:gd name="connsiteY5" fmla="*/ 1666875 h 1857375"/>
                <a:gd name="connsiteX6" fmla="*/ 1038225 w 1600200"/>
                <a:gd name="connsiteY6" fmla="*/ 1857375 h 1857375"/>
                <a:gd name="connsiteX7" fmla="*/ 0 w 1600200"/>
                <a:gd name="connsiteY7" fmla="*/ 314325 h 1857375"/>
                <a:gd name="connsiteX8" fmla="*/ 371475 w 1600200"/>
                <a:gd name="connsiteY8" fmla="*/ 0 h 1857375"/>
                <a:gd name="connsiteX0" fmla="*/ 371475 w 1600200"/>
                <a:gd name="connsiteY0" fmla="*/ 0 h 1917951"/>
                <a:gd name="connsiteX1" fmla="*/ 628650 w 1600200"/>
                <a:gd name="connsiteY1" fmla="*/ 584451 h 1917951"/>
                <a:gd name="connsiteX2" fmla="*/ 400050 w 1600200"/>
                <a:gd name="connsiteY2" fmla="*/ 622551 h 1917951"/>
                <a:gd name="connsiteX3" fmla="*/ 1019175 w 1600200"/>
                <a:gd name="connsiteY3" fmla="*/ 1498851 h 1917951"/>
                <a:gd name="connsiteX4" fmla="*/ 1219200 w 1600200"/>
                <a:gd name="connsiteY4" fmla="*/ 1298826 h 1917951"/>
                <a:gd name="connsiteX5" fmla="*/ 1600200 w 1600200"/>
                <a:gd name="connsiteY5" fmla="*/ 1727451 h 1917951"/>
                <a:gd name="connsiteX6" fmla="*/ 1038225 w 1600200"/>
                <a:gd name="connsiteY6" fmla="*/ 1917951 h 1917951"/>
                <a:gd name="connsiteX7" fmla="*/ 0 w 1600200"/>
                <a:gd name="connsiteY7" fmla="*/ 374901 h 1917951"/>
                <a:gd name="connsiteX8" fmla="*/ 371475 w 1600200"/>
                <a:gd name="connsiteY8" fmla="*/ 0 h 1917951"/>
                <a:gd name="connsiteX0" fmla="*/ 371475 w 1600200"/>
                <a:gd name="connsiteY0" fmla="*/ 1277 h 1919228"/>
                <a:gd name="connsiteX1" fmla="*/ 628650 w 1600200"/>
                <a:gd name="connsiteY1" fmla="*/ 585728 h 1919228"/>
                <a:gd name="connsiteX2" fmla="*/ 400050 w 1600200"/>
                <a:gd name="connsiteY2" fmla="*/ 623828 h 1919228"/>
                <a:gd name="connsiteX3" fmla="*/ 1019175 w 1600200"/>
                <a:gd name="connsiteY3" fmla="*/ 1500128 h 1919228"/>
                <a:gd name="connsiteX4" fmla="*/ 1219200 w 1600200"/>
                <a:gd name="connsiteY4" fmla="*/ 1300103 h 1919228"/>
                <a:gd name="connsiteX5" fmla="*/ 1600200 w 1600200"/>
                <a:gd name="connsiteY5" fmla="*/ 1728728 h 1919228"/>
                <a:gd name="connsiteX6" fmla="*/ 1038225 w 1600200"/>
                <a:gd name="connsiteY6" fmla="*/ 1919228 h 1919228"/>
                <a:gd name="connsiteX7" fmla="*/ 0 w 1600200"/>
                <a:gd name="connsiteY7" fmla="*/ 376178 h 1919228"/>
                <a:gd name="connsiteX8" fmla="*/ 371475 w 1600200"/>
                <a:gd name="connsiteY8" fmla="*/ 1277 h 1919228"/>
                <a:gd name="connsiteX0" fmla="*/ 371475 w 1600200"/>
                <a:gd name="connsiteY0" fmla="*/ 1277 h 1919228"/>
                <a:gd name="connsiteX1" fmla="*/ 628650 w 1600200"/>
                <a:gd name="connsiteY1" fmla="*/ 585728 h 1919228"/>
                <a:gd name="connsiteX2" fmla="*/ 400050 w 1600200"/>
                <a:gd name="connsiteY2" fmla="*/ 623828 h 1919228"/>
                <a:gd name="connsiteX3" fmla="*/ 1019175 w 1600200"/>
                <a:gd name="connsiteY3" fmla="*/ 1500128 h 1919228"/>
                <a:gd name="connsiteX4" fmla="*/ 1219200 w 1600200"/>
                <a:gd name="connsiteY4" fmla="*/ 1300103 h 1919228"/>
                <a:gd name="connsiteX5" fmla="*/ 1600200 w 1600200"/>
                <a:gd name="connsiteY5" fmla="*/ 1728728 h 1919228"/>
                <a:gd name="connsiteX6" fmla="*/ 1038225 w 1600200"/>
                <a:gd name="connsiteY6" fmla="*/ 1919228 h 1919228"/>
                <a:gd name="connsiteX7" fmla="*/ 0 w 1600200"/>
                <a:gd name="connsiteY7" fmla="*/ 376178 h 1919228"/>
                <a:gd name="connsiteX8" fmla="*/ 371475 w 1600200"/>
                <a:gd name="connsiteY8" fmla="*/ 1277 h 1919228"/>
                <a:gd name="connsiteX0" fmla="*/ 371475 w 1600200"/>
                <a:gd name="connsiteY0" fmla="*/ 1544 h 1919495"/>
                <a:gd name="connsiteX1" fmla="*/ 628650 w 1600200"/>
                <a:gd name="connsiteY1" fmla="*/ 585995 h 1919495"/>
                <a:gd name="connsiteX2" fmla="*/ 400050 w 1600200"/>
                <a:gd name="connsiteY2" fmla="*/ 624095 h 1919495"/>
                <a:gd name="connsiteX3" fmla="*/ 1019175 w 1600200"/>
                <a:gd name="connsiteY3" fmla="*/ 1500395 h 1919495"/>
                <a:gd name="connsiteX4" fmla="*/ 1219200 w 1600200"/>
                <a:gd name="connsiteY4" fmla="*/ 1300370 h 1919495"/>
                <a:gd name="connsiteX5" fmla="*/ 1600200 w 1600200"/>
                <a:gd name="connsiteY5" fmla="*/ 1728995 h 1919495"/>
                <a:gd name="connsiteX6" fmla="*/ 1038225 w 1600200"/>
                <a:gd name="connsiteY6" fmla="*/ 1919495 h 1919495"/>
                <a:gd name="connsiteX7" fmla="*/ 0 w 1600200"/>
                <a:gd name="connsiteY7" fmla="*/ 376445 h 1919495"/>
                <a:gd name="connsiteX8" fmla="*/ 371475 w 1600200"/>
                <a:gd name="connsiteY8" fmla="*/ 1544 h 1919495"/>
                <a:gd name="connsiteX0" fmla="*/ 371475 w 1600200"/>
                <a:gd name="connsiteY0" fmla="*/ 1487 h 1919438"/>
                <a:gd name="connsiteX1" fmla="*/ 568075 w 1600200"/>
                <a:gd name="connsiteY1" fmla="*/ 603245 h 1919438"/>
                <a:gd name="connsiteX2" fmla="*/ 400050 w 1600200"/>
                <a:gd name="connsiteY2" fmla="*/ 624038 h 1919438"/>
                <a:gd name="connsiteX3" fmla="*/ 1019175 w 1600200"/>
                <a:gd name="connsiteY3" fmla="*/ 1500338 h 1919438"/>
                <a:gd name="connsiteX4" fmla="*/ 1219200 w 1600200"/>
                <a:gd name="connsiteY4" fmla="*/ 1300313 h 1919438"/>
                <a:gd name="connsiteX5" fmla="*/ 1600200 w 1600200"/>
                <a:gd name="connsiteY5" fmla="*/ 1728938 h 1919438"/>
                <a:gd name="connsiteX6" fmla="*/ 1038225 w 1600200"/>
                <a:gd name="connsiteY6" fmla="*/ 1919438 h 1919438"/>
                <a:gd name="connsiteX7" fmla="*/ 0 w 1600200"/>
                <a:gd name="connsiteY7" fmla="*/ 376388 h 1919438"/>
                <a:gd name="connsiteX8" fmla="*/ 371475 w 1600200"/>
                <a:gd name="connsiteY8" fmla="*/ 1487 h 1919438"/>
                <a:gd name="connsiteX0" fmla="*/ 371475 w 1600200"/>
                <a:gd name="connsiteY0" fmla="*/ 1032 h 1918983"/>
                <a:gd name="connsiteX1" fmla="*/ 568075 w 1600200"/>
                <a:gd name="connsiteY1" fmla="*/ 602790 h 1918983"/>
                <a:gd name="connsiteX2" fmla="*/ 400050 w 1600200"/>
                <a:gd name="connsiteY2" fmla="*/ 623583 h 1918983"/>
                <a:gd name="connsiteX3" fmla="*/ 1019175 w 1600200"/>
                <a:gd name="connsiteY3" fmla="*/ 1499883 h 1918983"/>
                <a:gd name="connsiteX4" fmla="*/ 1219200 w 1600200"/>
                <a:gd name="connsiteY4" fmla="*/ 1299858 h 1918983"/>
                <a:gd name="connsiteX5" fmla="*/ 1600200 w 1600200"/>
                <a:gd name="connsiteY5" fmla="*/ 1728483 h 1918983"/>
                <a:gd name="connsiteX6" fmla="*/ 1038225 w 1600200"/>
                <a:gd name="connsiteY6" fmla="*/ 1918983 h 1918983"/>
                <a:gd name="connsiteX7" fmla="*/ 0 w 1600200"/>
                <a:gd name="connsiteY7" fmla="*/ 375933 h 1918983"/>
                <a:gd name="connsiteX8" fmla="*/ 371475 w 1600200"/>
                <a:gd name="connsiteY8" fmla="*/ 1032 h 1918983"/>
                <a:gd name="connsiteX0" fmla="*/ 371475 w 1600200"/>
                <a:gd name="connsiteY0" fmla="*/ 1088 h 1919039"/>
                <a:gd name="connsiteX1" fmla="*/ 568075 w 1600200"/>
                <a:gd name="connsiteY1" fmla="*/ 602846 h 1919039"/>
                <a:gd name="connsiteX2" fmla="*/ 400050 w 1600200"/>
                <a:gd name="connsiteY2" fmla="*/ 623639 h 1919039"/>
                <a:gd name="connsiteX3" fmla="*/ 1019175 w 1600200"/>
                <a:gd name="connsiteY3" fmla="*/ 1499939 h 1919039"/>
                <a:gd name="connsiteX4" fmla="*/ 1219200 w 1600200"/>
                <a:gd name="connsiteY4" fmla="*/ 1299914 h 1919039"/>
                <a:gd name="connsiteX5" fmla="*/ 1600200 w 1600200"/>
                <a:gd name="connsiteY5" fmla="*/ 1728539 h 1919039"/>
                <a:gd name="connsiteX6" fmla="*/ 1038225 w 1600200"/>
                <a:gd name="connsiteY6" fmla="*/ 1919039 h 1919039"/>
                <a:gd name="connsiteX7" fmla="*/ 0 w 1600200"/>
                <a:gd name="connsiteY7" fmla="*/ 375989 h 1919039"/>
                <a:gd name="connsiteX8" fmla="*/ 371475 w 1600200"/>
                <a:gd name="connsiteY8" fmla="*/ 1088 h 1919039"/>
                <a:gd name="connsiteX0" fmla="*/ 371475 w 1600200"/>
                <a:gd name="connsiteY0" fmla="*/ 1088 h 1919039"/>
                <a:gd name="connsiteX1" fmla="*/ 568075 w 1600200"/>
                <a:gd name="connsiteY1" fmla="*/ 602846 h 1919039"/>
                <a:gd name="connsiteX2" fmla="*/ 400050 w 1600200"/>
                <a:gd name="connsiteY2" fmla="*/ 623639 h 1919039"/>
                <a:gd name="connsiteX3" fmla="*/ 1019175 w 1600200"/>
                <a:gd name="connsiteY3" fmla="*/ 1499939 h 1919039"/>
                <a:gd name="connsiteX4" fmla="*/ 1219200 w 1600200"/>
                <a:gd name="connsiteY4" fmla="*/ 1299914 h 1919039"/>
                <a:gd name="connsiteX5" fmla="*/ 1600200 w 1600200"/>
                <a:gd name="connsiteY5" fmla="*/ 1728539 h 1919039"/>
                <a:gd name="connsiteX6" fmla="*/ 1038225 w 1600200"/>
                <a:gd name="connsiteY6" fmla="*/ 1919039 h 1919039"/>
                <a:gd name="connsiteX7" fmla="*/ 0 w 1600200"/>
                <a:gd name="connsiteY7" fmla="*/ 375989 h 1919039"/>
                <a:gd name="connsiteX8" fmla="*/ 371475 w 1600200"/>
                <a:gd name="connsiteY8" fmla="*/ 1088 h 1919039"/>
                <a:gd name="connsiteX0" fmla="*/ 371475 w 1600200"/>
                <a:gd name="connsiteY0" fmla="*/ 1118 h 1919069"/>
                <a:gd name="connsiteX1" fmla="*/ 568075 w 1600200"/>
                <a:gd name="connsiteY1" fmla="*/ 602876 h 1919069"/>
                <a:gd name="connsiteX2" fmla="*/ 400050 w 1600200"/>
                <a:gd name="connsiteY2" fmla="*/ 623669 h 1919069"/>
                <a:gd name="connsiteX3" fmla="*/ 1019175 w 1600200"/>
                <a:gd name="connsiteY3" fmla="*/ 1499969 h 1919069"/>
                <a:gd name="connsiteX4" fmla="*/ 1219200 w 1600200"/>
                <a:gd name="connsiteY4" fmla="*/ 1299944 h 1919069"/>
                <a:gd name="connsiteX5" fmla="*/ 1600200 w 1600200"/>
                <a:gd name="connsiteY5" fmla="*/ 1728569 h 1919069"/>
                <a:gd name="connsiteX6" fmla="*/ 1038225 w 1600200"/>
                <a:gd name="connsiteY6" fmla="*/ 1919069 h 1919069"/>
                <a:gd name="connsiteX7" fmla="*/ 0 w 1600200"/>
                <a:gd name="connsiteY7" fmla="*/ 376019 h 1919069"/>
                <a:gd name="connsiteX8" fmla="*/ 371475 w 1600200"/>
                <a:gd name="connsiteY8" fmla="*/ 1118 h 1919069"/>
                <a:gd name="connsiteX0" fmla="*/ 371475 w 1600200"/>
                <a:gd name="connsiteY0" fmla="*/ 1118 h 1919069"/>
                <a:gd name="connsiteX1" fmla="*/ 568075 w 1600200"/>
                <a:gd name="connsiteY1" fmla="*/ 602876 h 1919069"/>
                <a:gd name="connsiteX2" fmla="*/ 408703 w 1600200"/>
                <a:gd name="connsiteY2" fmla="*/ 643860 h 1919069"/>
                <a:gd name="connsiteX3" fmla="*/ 1019175 w 1600200"/>
                <a:gd name="connsiteY3" fmla="*/ 1499969 h 1919069"/>
                <a:gd name="connsiteX4" fmla="*/ 1219200 w 1600200"/>
                <a:gd name="connsiteY4" fmla="*/ 1299944 h 1919069"/>
                <a:gd name="connsiteX5" fmla="*/ 1600200 w 1600200"/>
                <a:gd name="connsiteY5" fmla="*/ 1728569 h 1919069"/>
                <a:gd name="connsiteX6" fmla="*/ 1038225 w 1600200"/>
                <a:gd name="connsiteY6" fmla="*/ 1919069 h 1919069"/>
                <a:gd name="connsiteX7" fmla="*/ 0 w 1600200"/>
                <a:gd name="connsiteY7" fmla="*/ 376019 h 1919069"/>
                <a:gd name="connsiteX8" fmla="*/ 371475 w 1600200"/>
                <a:gd name="connsiteY8" fmla="*/ 1118 h 1919069"/>
                <a:gd name="connsiteX0" fmla="*/ 371475 w 1600200"/>
                <a:gd name="connsiteY0" fmla="*/ 1118 h 1919069"/>
                <a:gd name="connsiteX1" fmla="*/ 568075 w 1600200"/>
                <a:gd name="connsiteY1" fmla="*/ 602876 h 1919069"/>
                <a:gd name="connsiteX2" fmla="*/ 359666 w 1600200"/>
                <a:gd name="connsiteY2" fmla="*/ 643860 h 1919069"/>
                <a:gd name="connsiteX3" fmla="*/ 1019175 w 1600200"/>
                <a:gd name="connsiteY3" fmla="*/ 1499969 h 1919069"/>
                <a:gd name="connsiteX4" fmla="*/ 1219200 w 1600200"/>
                <a:gd name="connsiteY4" fmla="*/ 1299944 h 1919069"/>
                <a:gd name="connsiteX5" fmla="*/ 1600200 w 1600200"/>
                <a:gd name="connsiteY5" fmla="*/ 1728569 h 1919069"/>
                <a:gd name="connsiteX6" fmla="*/ 1038225 w 1600200"/>
                <a:gd name="connsiteY6" fmla="*/ 1919069 h 1919069"/>
                <a:gd name="connsiteX7" fmla="*/ 0 w 1600200"/>
                <a:gd name="connsiteY7" fmla="*/ 376019 h 1919069"/>
                <a:gd name="connsiteX8" fmla="*/ 371475 w 1600200"/>
                <a:gd name="connsiteY8" fmla="*/ 1118 h 1919069"/>
                <a:gd name="connsiteX0" fmla="*/ 371475 w 1600200"/>
                <a:gd name="connsiteY0" fmla="*/ 1118 h 1919069"/>
                <a:gd name="connsiteX1" fmla="*/ 568075 w 1600200"/>
                <a:gd name="connsiteY1" fmla="*/ 602876 h 1919069"/>
                <a:gd name="connsiteX2" fmla="*/ 374089 w 1600200"/>
                <a:gd name="connsiteY2" fmla="*/ 646744 h 1919069"/>
                <a:gd name="connsiteX3" fmla="*/ 1019175 w 1600200"/>
                <a:gd name="connsiteY3" fmla="*/ 1499969 h 1919069"/>
                <a:gd name="connsiteX4" fmla="*/ 1219200 w 1600200"/>
                <a:gd name="connsiteY4" fmla="*/ 1299944 h 1919069"/>
                <a:gd name="connsiteX5" fmla="*/ 1600200 w 1600200"/>
                <a:gd name="connsiteY5" fmla="*/ 1728569 h 1919069"/>
                <a:gd name="connsiteX6" fmla="*/ 1038225 w 1600200"/>
                <a:gd name="connsiteY6" fmla="*/ 1919069 h 1919069"/>
                <a:gd name="connsiteX7" fmla="*/ 0 w 1600200"/>
                <a:gd name="connsiteY7" fmla="*/ 376019 h 1919069"/>
                <a:gd name="connsiteX8" fmla="*/ 371475 w 1600200"/>
                <a:gd name="connsiteY8" fmla="*/ 1118 h 1919069"/>
                <a:gd name="connsiteX0" fmla="*/ 371475 w 1600200"/>
                <a:gd name="connsiteY0" fmla="*/ 1118 h 1919069"/>
                <a:gd name="connsiteX1" fmla="*/ 568075 w 1600200"/>
                <a:gd name="connsiteY1" fmla="*/ 602876 h 1919069"/>
                <a:gd name="connsiteX2" fmla="*/ 374089 w 1600200"/>
                <a:gd name="connsiteY2" fmla="*/ 646744 h 1919069"/>
                <a:gd name="connsiteX3" fmla="*/ 1019175 w 1600200"/>
                <a:gd name="connsiteY3" fmla="*/ 1499969 h 1919069"/>
                <a:gd name="connsiteX4" fmla="*/ 1219200 w 1600200"/>
                <a:gd name="connsiteY4" fmla="*/ 1299944 h 1919069"/>
                <a:gd name="connsiteX5" fmla="*/ 1600200 w 1600200"/>
                <a:gd name="connsiteY5" fmla="*/ 1728569 h 1919069"/>
                <a:gd name="connsiteX6" fmla="*/ 1038225 w 1600200"/>
                <a:gd name="connsiteY6" fmla="*/ 1919069 h 1919069"/>
                <a:gd name="connsiteX7" fmla="*/ 0 w 1600200"/>
                <a:gd name="connsiteY7" fmla="*/ 376019 h 1919069"/>
                <a:gd name="connsiteX8" fmla="*/ 371475 w 1600200"/>
                <a:gd name="connsiteY8" fmla="*/ 1118 h 1919069"/>
                <a:gd name="connsiteX0" fmla="*/ 371475 w 1600200"/>
                <a:gd name="connsiteY0" fmla="*/ 1118 h 1919069"/>
                <a:gd name="connsiteX1" fmla="*/ 568075 w 1600200"/>
                <a:gd name="connsiteY1" fmla="*/ 602876 h 1919069"/>
                <a:gd name="connsiteX2" fmla="*/ 374089 w 1600200"/>
                <a:gd name="connsiteY2" fmla="*/ 646744 h 1919069"/>
                <a:gd name="connsiteX3" fmla="*/ 1019175 w 1600200"/>
                <a:gd name="connsiteY3" fmla="*/ 1499969 h 1919069"/>
                <a:gd name="connsiteX4" fmla="*/ 1219200 w 1600200"/>
                <a:gd name="connsiteY4" fmla="*/ 1299944 h 1919069"/>
                <a:gd name="connsiteX5" fmla="*/ 1600200 w 1600200"/>
                <a:gd name="connsiteY5" fmla="*/ 1728569 h 1919069"/>
                <a:gd name="connsiteX6" fmla="*/ 1038225 w 1600200"/>
                <a:gd name="connsiteY6" fmla="*/ 1919069 h 1919069"/>
                <a:gd name="connsiteX7" fmla="*/ 0 w 1600200"/>
                <a:gd name="connsiteY7" fmla="*/ 376019 h 1919069"/>
                <a:gd name="connsiteX8" fmla="*/ 371475 w 1600200"/>
                <a:gd name="connsiteY8" fmla="*/ 1118 h 1919069"/>
                <a:gd name="connsiteX0" fmla="*/ 371475 w 1600200"/>
                <a:gd name="connsiteY0" fmla="*/ 1118 h 1919069"/>
                <a:gd name="connsiteX1" fmla="*/ 568075 w 1600200"/>
                <a:gd name="connsiteY1" fmla="*/ 602876 h 1919069"/>
                <a:gd name="connsiteX2" fmla="*/ 374089 w 1600200"/>
                <a:gd name="connsiteY2" fmla="*/ 646744 h 1919069"/>
                <a:gd name="connsiteX3" fmla="*/ 1019175 w 1600200"/>
                <a:gd name="connsiteY3" fmla="*/ 1499969 h 1919069"/>
                <a:gd name="connsiteX4" fmla="*/ 1219200 w 1600200"/>
                <a:gd name="connsiteY4" fmla="*/ 1299944 h 1919069"/>
                <a:gd name="connsiteX5" fmla="*/ 1600200 w 1600200"/>
                <a:gd name="connsiteY5" fmla="*/ 1728569 h 1919069"/>
                <a:gd name="connsiteX6" fmla="*/ 1038225 w 1600200"/>
                <a:gd name="connsiteY6" fmla="*/ 1919069 h 1919069"/>
                <a:gd name="connsiteX7" fmla="*/ 0 w 1600200"/>
                <a:gd name="connsiteY7" fmla="*/ 376019 h 1919069"/>
                <a:gd name="connsiteX8" fmla="*/ 371475 w 1600200"/>
                <a:gd name="connsiteY8" fmla="*/ 1118 h 1919069"/>
                <a:gd name="connsiteX0" fmla="*/ 371475 w 1600200"/>
                <a:gd name="connsiteY0" fmla="*/ 1118 h 1919069"/>
                <a:gd name="connsiteX1" fmla="*/ 568075 w 1600200"/>
                <a:gd name="connsiteY1" fmla="*/ 602876 h 1919069"/>
                <a:gd name="connsiteX2" fmla="*/ 374089 w 1600200"/>
                <a:gd name="connsiteY2" fmla="*/ 646744 h 1919069"/>
                <a:gd name="connsiteX3" fmla="*/ 1019175 w 1600200"/>
                <a:gd name="connsiteY3" fmla="*/ 1499969 h 1919069"/>
                <a:gd name="connsiteX4" fmla="*/ 1219200 w 1600200"/>
                <a:gd name="connsiteY4" fmla="*/ 1299944 h 1919069"/>
                <a:gd name="connsiteX5" fmla="*/ 1600200 w 1600200"/>
                <a:gd name="connsiteY5" fmla="*/ 1728569 h 1919069"/>
                <a:gd name="connsiteX6" fmla="*/ 1038225 w 1600200"/>
                <a:gd name="connsiteY6" fmla="*/ 1919069 h 1919069"/>
                <a:gd name="connsiteX7" fmla="*/ 0 w 1600200"/>
                <a:gd name="connsiteY7" fmla="*/ 376019 h 1919069"/>
                <a:gd name="connsiteX8" fmla="*/ 371475 w 1600200"/>
                <a:gd name="connsiteY8" fmla="*/ 1118 h 1919069"/>
                <a:gd name="connsiteX0" fmla="*/ 371475 w 1600200"/>
                <a:gd name="connsiteY0" fmla="*/ 1118 h 1919069"/>
                <a:gd name="connsiteX1" fmla="*/ 568075 w 1600200"/>
                <a:gd name="connsiteY1" fmla="*/ 602876 h 1919069"/>
                <a:gd name="connsiteX2" fmla="*/ 374089 w 1600200"/>
                <a:gd name="connsiteY2" fmla="*/ 646744 h 1919069"/>
                <a:gd name="connsiteX3" fmla="*/ 1019175 w 1600200"/>
                <a:gd name="connsiteY3" fmla="*/ 1499969 h 1919069"/>
                <a:gd name="connsiteX4" fmla="*/ 1219200 w 1600200"/>
                <a:gd name="connsiteY4" fmla="*/ 1299944 h 1919069"/>
                <a:gd name="connsiteX5" fmla="*/ 1600200 w 1600200"/>
                <a:gd name="connsiteY5" fmla="*/ 1728569 h 1919069"/>
                <a:gd name="connsiteX6" fmla="*/ 1038225 w 1600200"/>
                <a:gd name="connsiteY6" fmla="*/ 1919069 h 1919069"/>
                <a:gd name="connsiteX7" fmla="*/ 0 w 1600200"/>
                <a:gd name="connsiteY7" fmla="*/ 376019 h 1919069"/>
                <a:gd name="connsiteX8" fmla="*/ 371475 w 1600200"/>
                <a:gd name="connsiteY8" fmla="*/ 1118 h 1919069"/>
                <a:gd name="connsiteX0" fmla="*/ 371475 w 1600200"/>
                <a:gd name="connsiteY0" fmla="*/ 1118 h 1919069"/>
                <a:gd name="connsiteX1" fmla="*/ 568075 w 1600200"/>
                <a:gd name="connsiteY1" fmla="*/ 602876 h 1919069"/>
                <a:gd name="connsiteX2" fmla="*/ 374089 w 1600200"/>
                <a:gd name="connsiteY2" fmla="*/ 646744 h 1919069"/>
                <a:gd name="connsiteX3" fmla="*/ 1019175 w 1600200"/>
                <a:gd name="connsiteY3" fmla="*/ 1499969 h 1919069"/>
                <a:gd name="connsiteX4" fmla="*/ 1219200 w 1600200"/>
                <a:gd name="connsiteY4" fmla="*/ 1299944 h 1919069"/>
                <a:gd name="connsiteX5" fmla="*/ 1600200 w 1600200"/>
                <a:gd name="connsiteY5" fmla="*/ 1728569 h 1919069"/>
                <a:gd name="connsiteX6" fmla="*/ 1038225 w 1600200"/>
                <a:gd name="connsiteY6" fmla="*/ 1919069 h 1919069"/>
                <a:gd name="connsiteX7" fmla="*/ 0 w 1600200"/>
                <a:gd name="connsiteY7" fmla="*/ 376019 h 1919069"/>
                <a:gd name="connsiteX8" fmla="*/ 371475 w 1600200"/>
                <a:gd name="connsiteY8" fmla="*/ 1118 h 1919069"/>
                <a:gd name="connsiteX0" fmla="*/ 371475 w 1600200"/>
                <a:gd name="connsiteY0" fmla="*/ 1118 h 1919069"/>
                <a:gd name="connsiteX1" fmla="*/ 568075 w 1600200"/>
                <a:gd name="connsiteY1" fmla="*/ 602876 h 1919069"/>
                <a:gd name="connsiteX2" fmla="*/ 374089 w 1600200"/>
                <a:gd name="connsiteY2" fmla="*/ 646744 h 1919069"/>
                <a:gd name="connsiteX3" fmla="*/ 970138 w 1600200"/>
                <a:gd name="connsiteY3" fmla="*/ 1517276 h 1919069"/>
                <a:gd name="connsiteX4" fmla="*/ 1219200 w 1600200"/>
                <a:gd name="connsiteY4" fmla="*/ 1299944 h 1919069"/>
                <a:gd name="connsiteX5" fmla="*/ 1600200 w 1600200"/>
                <a:gd name="connsiteY5" fmla="*/ 1728569 h 1919069"/>
                <a:gd name="connsiteX6" fmla="*/ 1038225 w 1600200"/>
                <a:gd name="connsiteY6" fmla="*/ 1919069 h 1919069"/>
                <a:gd name="connsiteX7" fmla="*/ 0 w 1600200"/>
                <a:gd name="connsiteY7" fmla="*/ 376019 h 1919069"/>
                <a:gd name="connsiteX8" fmla="*/ 371475 w 1600200"/>
                <a:gd name="connsiteY8" fmla="*/ 1118 h 1919069"/>
                <a:gd name="connsiteX0" fmla="*/ 371475 w 1600200"/>
                <a:gd name="connsiteY0" fmla="*/ 1118 h 1919069"/>
                <a:gd name="connsiteX1" fmla="*/ 568075 w 1600200"/>
                <a:gd name="connsiteY1" fmla="*/ 602876 h 1919069"/>
                <a:gd name="connsiteX2" fmla="*/ 374089 w 1600200"/>
                <a:gd name="connsiteY2" fmla="*/ 646744 h 1919069"/>
                <a:gd name="connsiteX3" fmla="*/ 1010522 w 1600200"/>
                <a:gd name="connsiteY3" fmla="*/ 1534584 h 1919069"/>
                <a:gd name="connsiteX4" fmla="*/ 1219200 w 1600200"/>
                <a:gd name="connsiteY4" fmla="*/ 1299944 h 1919069"/>
                <a:gd name="connsiteX5" fmla="*/ 1600200 w 1600200"/>
                <a:gd name="connsiteY5" fmla="*/ 1728569 h 1919069"/>
                <a:gd name="connsiteX6" fmla="*/ 1038225 w 1600200"/>
                <a:gd name="connsiteY6" fmla="*/ 1919069 h 1919069"/>
                <a:gd name="connsiteX7" fmla="*/ 0 w 1600200"/>
                <a:gd name="connsiteY7" fmla="*/ 376019 h 1919069"/>
                <a:gd name="connsiteX8" fmla="*/ 371475 w 1600200"/>
                <a:gd name="connsiteY8" fmla="*/ 1118 h 1919069"/>
                <a:gd name="connsiteX0" fmla="*/ 371475 w 1600200"/>
                <a:gd name="connsiteY0" fmla="*/ 1118 h 1919069"/>
                <a:gd name="connsiteX1" fmla="*/ 568075 w 1600200"/>
                <a:gd name="connsiteY1" fmla="*/ 602876 h 1919069"/>
                <a:gd name="connsiteX2" fmla="*/ 374089 w 1600200"/>
                <a:gd name="connsiteY2" fmla="*/ 646744 h 1919069"/>
                <a:gd name="connsiteX3" fmla="*/ 996099 w 1600200"/>
                <a:gd name="connsiteY3" fmla="*/ 1546122 h 1919069"/>
                <a:gd name="connsiteX4" fmla="*/ 1219200 w 1600200"/>
                <a:gd name="connsiteY4" fmla="*/ 1299944 h 1919069"/>
                <a:gd name="connsiteX5" fmla="*/ 1600200 w 1600200"/>
                <a:gd name="connsiteY5" fmla="*/ 1728569 h 1919069"/>
                <a:gd name="connsiteX6" fmla="*/ 1038225 w 1600200"/>
                <a:gd name="connsiteY6" fmla="*/ 1919069 h 1919069"/>
                <a:gd name="connsiteX7" fmla="*/ 0 w 1600200"/>
                <a:gd name="connsiteY7" fmla="*/ 376019 h 1919069"/>
                <a:gd name="connsiteX8" fmla="*/ 371475 w 1600200"/>
                <a:gd name="connsiteY8" fmla="*/ 1118 h 1919069"/>
                <a:gd name="connsiteX0" fmla="*/ 371475 w 1600200"/>
                <a:gd name="connsiteY0" fmla="*/ 1118 h 1919069"/>
                <a:gd name="connsiteX1" fmla="*/ 568075 w 1600200"/>
                <a:gd name="connsiteY1" fmla="*/ 602876 h 1919069"/>
                <a:gd name="connsiteX2" fmla="*/ 374089 w 1600200"/>
                <a:gd name="connsiteY2" fmla="*/ 646744 h 1919069"/>
                <a:gd name="connsiteX3" fmla="*/ 987445 w 1600200"/>
                <a:gd name="connsiteY3" fmla="*/ 1528815 h 1919069"/>
                <a:gd name="connsiteX4" fmla="*/ 1219200 w 1600200"/>
                <a:gd name="connsiteY4" fmla="*/ 1299944 h 1919069"/>
                <a:gd name="connsiteX5" fmla="*/ 1600200 w 1600200"/>
                <a:gd name="connsiteY5" fmla="*/ 1728569 h 1919069"/>
                <a:gd name="connsiteX6" fmla="*/ 1038225 w 1600200"/>
                <a:gd name="connsiteY6" fmla="*/ 1919069 h 1919069"/>
                <a:gd name="connsiteX7" fmla="*/ 0 w 1600200"/>
                <a:gd name="connsiteY7" fmla="*/ 376019 h 1919069"/>
                <a:gd name="connsiteX8" fmla="*/ 371475 w 1600200"/>
                <a:gd name="connsiteY8" fmla="*/ 1118 h 1919069"/>
                <a:gd name="connsiteX0" fmla="*/ 371475 w 1600200"/>
                <a:gd name="connsiteY0" fmla="*/ 1118 h 1919069"/>
                <a:gd name="connsiteX1" fmla="*/ 568075 w 1600200"/>
                <a:gd name="connsiteY1" fmla="*/ 602876 h 1919069"/>
                <a:gd name="connsiteX2" fmla="*/ 374089 w 1600200"/>
                <a:gd name="connsiteY2" fmla="*/ 646744 h 1919069"/>
                <a:gd name="connsiteX3" fmla="*/ 987445 w 1600200"/>
                <a:gd name="connsiteY3" fmla="*/ 1528815 h 1919069"/>
                <a:gd name="connsiteX4" fmla="*/ 1219200 w 1600200"/>
                <a:gd name="connsiteY4" fmla="*/ 1299944 h 1919069"/>
                <a:gd name="connsiteX5" fmla="*/ 1600200 w 1600200"/>
                <a:gd name="connsiteY5" fmla="*/ 1728569 h 1919069"/>
                <a:gd name="connsiteX6" fmla="*/ 1038225 w 1600200"/>
                <a:gd name="connsiteY6" fmla="*/ 1919069 h 1919069"/>
                <a:gd name="connsiteX7" fmla="*/ 0 w 1600200"/>
                <a:gd name="connsiteY7" fmla="*/ 376019 h 1919069"/>
                <a:gd name="connsiteX8" fmla="*/ 371475 w 1600200"/>
                <a:gd name="connsiteY8" fmla="*/ 1118 h 1919069"/>
                <a:gd name="connsiteX0" fmla="*/ 371475 w 1600200"/>
                <a:gd name="connsiteY0" fmla="*/ 1118 h 1919069"/>
                <a:gd name="connsiteX1" fmla="*/ 568075 w 1600200"/>
                <a:gd name="connsiteY1" fmla="*/ 602876 h 1919069"/>
                <a:gd name="connsiteX2" fmla="*/ 374089 w 1600200"/>
                <a:gd name="connsiteY2" fmla="*/ 646744 h 1919069"/>
                <a:gd name="connsiteX3" fmla="*/ 987445 w 1600200"/>
                <a:gd name="connsiteY3" fmla="*/ 1528815 h 1919069"/>
                <a:gd name="connsiteX4" fmla="*/ 1219200 w 1600200"/>
                <a:gd name="connsiteY4" fmla="*/ 1299944 h 1919069"/>
                <a:gd name="connsiteX5" fmla="*/ 1600200 w 1600200"/>
                <a:gd name="connsiteY5" fmla="*/ 1728569 h 1919069"/>
                <a:gd name="connsiteX6" fmla="*/ 1038225 w 1600200"/>
                <a:gd name="connsiteY6" fmla="*/ 1919069 h 1919069"/>
                <a:gd name="connsiteX7" fmla="*/ 0 w 1600200"/>
                <a:gd name="connsiteY7" fmla="*/ 376019 h 1919069"/>
                <a:gd name="connsiteX8" fmla="*/ 371475 w 1600200"/>
                <a:gd name="connsiteY8" fmla="*/ 1118 h 1919069"/>
                <a:gd name="connsiteX0" fmla="*/ 371475 w 1600200"/>
                <a:gd name="connsiteY0" fmla="*/ 1118 h 1919069"/>
                <a:gd name="connsiteX1" fmla="*/ 568075 w 1600200"/>
                <a:gd name="connsiteY1" fmla="*/ 602876 h 1919069"/>
                <a:gd name="connsiteX2" fmla="*/ 374089 w 1600200"/>
                <a:gd name="connsiteY2" fmla="*/ 646744 h 1919069"/>
                <a:gd name="connsiteX3" fmla="*/ 987445 w 1600200"/>
                <a:gd name="connsiteY3" fmla="*/ 1528815 h 1919069"/>
                <a:gd name="connsiteX4" fmla="*/ 1219200 w 1600200"/>
                <a:gd name="connsiteY4" fmla="*/ 1299944 h 1919069"/>
                <a:gd name="connsiteX5" fmla="*/ 1600200 w 1600200"/>
                <a:gd name="connsiteY5" fmla="*/ 1728569 h 1919069"/>
                <a:gd name="connsiteX6" fmla="*/ 1038225 w 1600200"/>
                <a:gd name="connsiteY6" fmla="*/ 1919069 h 1919069"/>
                <a:gd name="connsiteX7" fmla="*/ 0 w 1600200"/>
                <a:gd name="connsiteY7" fmla="*/ 376019 h 1919069"/>
                <a:gd name="connsiteX8" fmla="*/ 371475 w 1600200"/>
                <a:gd name="connsiteY8" fmla="*/ 1118 h 1919069"/>
                <a:gd name="connsiteX0" fmla="*/ 371475 w 1600200"/>
                <a:gd name="connsiteY0" fmla="*/ 1118 h 1919069"/>
                <a:gd name="connsiteX1" fmla="*/ 568075 w 1600200"/>
                <a:gd name="connsiteY1" fmla="*/ 602876 h 1919069"/>
                <a:gd name="connsiteX2" fmla="*/ 374089 w 1600200"/>
                <a:gd name="connsiteY2" fmla="*/ 646744 h 1919069"/>
                <a:gd name="connsiteX3" fmla="*/ 987445 w 1600200"/>
                <a:gd name="connsiteY3" fmla="*/ 1528815 h 1919069"/>
                <a:gd name="connsiteX4" fmla="*/ 1173048 w 1600200"/>
                <a:gd name="connsiteY4" fmla="*/ 1311482 h 1919069"/>
                <a:gd name="connsiteX5" fmla="*/ 1600200 w 1600200"/>
                <a:gd name="connsiteY5" fmla="*/ 1728569 h 1919069"/>
                <a:gd name="connsiteX6" fmla="*/ 1038225 w 1600200"/>
                <a:gd name="connsiteY6" fmla="*/ 1919069 h 1919069"/>
                <a:gd name="connsiteX7" fmla="*/ 0 w 1600200"/>
                <a:gd name="connsiteY7" fmla="*/ 376019 h 1919069"/>
                <a:gd name="connsiteX8" fmla="*/ 371475 w 1600200"/>
                <a:gd name="connsiteY8" fmla="*/ 1118 h 1919069"/>
                <a:gd name="connsiteX0" fmla="*/ 371475 w 1600200"/>
                <a:gd name="connsiteY0" fmla="*/ 1118 h 1919069"/>
                <a:gd name="connsiteX1" fmla="*/ 568075 w 1600200"/>
                <a:gd name="connsiteY1" fmla="*/ 602876 h 1919069"/>
                <a:gd name="connsiteX2" fmla="*/ 374089 w 1600200"/>
                <a:gd name="connsiteY2" fmla="*/ 646744 h 1919069"/>
                <a:gd name="connsiteX3" fmla="*/ 987445 w 1600200"/>
                <a:gd name="connsiteY3" fmla="*/ 1528815 h 1919069"/>
                <a:gd name="connsiteX4" fmla="*/ 1173048 w 1600200"/>
                <a:gd name="connsiteY4" fmla="*/ 1311482 h 1919069"/>
                <a:gd name="connsiteX5" fmla="*/ 1600200 w 1600200"/>
                <a:gd name="connsiteY5" fmla="*/ 1728569 h 1919069"/>
                <a:gd name="connsiteX6" fmla="*/ 1038225 w 1600200"/>
                <a:gd name="connsiteY6" fmla="*/ 1919069 h 1919069"/>
                <a:gd name="connsiteX7" fmla="*/ 0 w 1600200"/>
                <a:gd name="connsiteY7" fmla="*/ 376019 h 1919069"/>
                <a:gd name="connsiteX8" fmla="*/ 371475 w 1600200"/>
                <a:gd name="connsiteY8" fmla="*/ 1118 h 1919069"/>
                <a:gd name="connsiteX0" fmla="*/ 371475 w 1600200"/>
                <a:gd name="connsiteY0" fmla="*/ 1118 h 1919069"/>
                <a:gd name="connsiteX1" fmla="*/ 568075 w 1600200"/>
                <a:gd name="connsiteY1" fmla="*/ 602876 h 1919069"/>
                <a:gd name="connsiteX2" fmla="*/ 374089 w 1600200"/>
                <a:gd name="connsiteY2" fmla="*/ 646744 h 1919069"/>
                <a:gd name="connsiteX3" fmla="*/ 987445 w 1600200"/>
                <a:gd name="connsiteY3" fmla="*/ 1528815 h 1919069"/>
                <a:gd name="connsiteX4" fmla="*/ 1173048 w 1600200"/>
                <a:gd name="connsiteY4" fmla="*/ 1311482 h 1919069"/>
                <a:gd name="connsiteX5" fmla="*/ 1600200 w 1600200"/>
                <a:gd name="connsiteY5" fmla="*/ 1728569 h 1919069"/>
                <a:gd name="connsiteX6" fmla="*/ 1038225 w 1600200"/>
                <a:gd name="connsiteY6" fmla="*/ 1919069 h 1919069"/>
                <a:gd name="connsiteX7" fmla="*/ 0 w 1600200"/>
                <a:gd name="connsiteY7" fmla="*/ 376019 h 1919069"/>
                <a:gd name="connsiteX8" fmla="*/ 371475 w 1600200"/>
                <a:gd name="connsiteY8" fmla="*/ 1118 h 1919069"/>
                <a:gd name="connsiteX0" fmla="*/ 371475 w 1600200"/>
                <a:gd name="connsiteY0" fmla="*/ 1118 h 1919069"/>
                <a:gd name="connsiteX1" fmla="*/ 568075 w 1600200"/>
                <a:gd name="connsiteY1" fmla="*/ 602876 h 1919069"/>
                <a:gd name="connsiteX2" fmla="*/ 374089 w 1600200"/>
                <a:gd name="connsiteY2" fmla="*/ 646744 h 1919069"/>
                <a:gd name="connsiteX3" fmla="*/ 987445 w 1600200"/>
                <a:gd name="connsiteY3" fmla="*/ 1528815 h 1919069"/>
                <a:gd name="connsiteX4" fmla="*/ 1173048 w 1600200"/>
                <a:gd name="connsiteY4" fmla="*/ 1311482 h 1919069"/>
                <a:gd name="connsiteX5" fmla="*/ 1600200 w 1600200"/>
                <a:gd name="connsiteY5" fmla="*/ 1728569 h 1919069"/>
                <a:gd name="connsiteX6" fmla="*/ 1038225 w 1600200"/>
                <a:gd name="connsiteY6" fmla="*/ 1919069 h 1919069"/>
                <a:gd name="connsiteX7" fmla="*/ 0 w 1600200"/>
                <a:gd name="connsiteY7" fmla="*/ 376019 h 1919069"/>
                <a:gd name="connsiteX8" fmla="*/ 371475 w 1600200"/>
                <a:gd name="connsiteY8" fmla="*/ 1118 h 1919069"/>
                <a:gd name="connsiteX0" fmla="*/ 371475 w 1588662"/>
                <a:gd name="connsiteY0" fmla="*/ 1118 h 1919069"/>
                <a:gd name="connsiteX1" fmla="*/ 568075 w 1588662"/>
                <a:gd name="connsiteY1" fmla="*/ 602876 h 1919069"/>
                <a:gd name="connsiteX2" fmla="*/ 374089 w 1588662"/>
                <a:gd name="connsiteY2" fmla="*/ 646744 h 1919069"/>
                <a:gd name="connsiteX3" fmla="*/ 987445 w 1588662"/>
                <a:gd name="connsiteY3" fmla="*/ 1528815 h 1919069"/>
                <a:gd name="connsiteX4" fmla="*/ 1173048 w 1588662"/>
                <a:gd name="connsiteY4" fmla="*/ 1311482 h 1919069"/>
                <a:gd name="connsiteX5" fmla="*/ 1588662 w 1588662"/>
                <a:gd name="connsiteY5" fmla="*/ 1699723 h 1919069"/>
                <a:gd name="connsiteX6" fmla="*/ 1038225 w 1588662"/>
                <a:gd name="connsiteY6" fmla="*/ 1919069 h 1919069"/>
                <a:gd name="connsiteX7" fmla="*/ 0 w 1588662"/>
                <a:gd name="connsiteY7" fmla="*/ 376019 h 1919069"/>
                <a:gd name="connsiteX8" fmla="*/ 371475 w 1588662"/>
                <a:gd name="connsiteY8" fmla="*/ 1118 h 1919069"/>
                <a:gd name="connsiteX0" fmla="*/ 371475 w 1600166"/>
                <a:gd name="connsiteY0" fmla="*/ 1118 h 1919069"/>
                <a:gd name="connsiteX1" fmla="*/ 568075 w 1600166"/>
                <a:gd name="connsiteY1" fmla="*/ 602876 h 1919069"/>
                <a:gd name="connsiteX2" fmla="*/ 374089 w 1600166"/>
                <a:gd name="connsiteY2" fmla="*/ 646744 h 1919069"/>
                <a:gd name="connsiteX3" fmla="*/ 987445 w 1600166"/>
                <a:gd name="connsiteY3" fmla="*/ 1528815 h 1919069"/>
                <a:gd name="connsiteX4" fmla="*/ 1173048 w 1600166"/>
                <a:gd name="connsiteY4" fmla="*/ 1311482 h 1919069"/>
                <a:gd name="connsiteX5" fmla="*/ 1588662 w 1600166"/>
                <a:gd name="connsiteY5" fmla="*/ 1699723 h 1919069"/>
                <a:gd name="connsiteX6" fmla="*/ 1038225 w 1600166"/>
                <a:gd name="connsiteY6" fmla="*/ 1919069 h 1919069"/>
                <a:gd name="connsiteX7" fmla="*/ 0 w 1600166"/>
                <a:gd name="connsiteY7" fmla="*/ 376019 h 1919069"/>
                <a:gd name="connsiteX8" fmla="*/ 371475 w 1600166"/>
                <a:gd name="connsiteY8" fmla="*/ 1118 h 1919069"/>
                <a:gd name="connsiteX0" fmla="*/ 371475 w 1600166"/>
                <a:gd name="connsiteY0" fmla="*/ 1118 h 1919069"/>
                <a:gd name="connsiteX1" fmla="*/ 568075 w 1600166"/>
                <a:gd name="connsiteY1" fmla="*/ 602876 h 1919069"/>
                <a:gd name="connsiteX2" fmla="*/ 374089 w 1600166"/>
                <a:gd name="connsiteY2" fmla="*/ 646744 h 1919069"/>
                <a:gd name="connsiteX3" fmla="*/ 987445 w 1600166"/>
                <a:gd name="connsiteY3" fmla="*/ 1528815 h 1919069"/>
                <a:gd name="connsiteX4" fmla="*/ 1173048 w 1600166"/>
                <a:gd name="connsiteY4" fmla="*/ 1311482 h 1919069"/>
                <a:gd name="connsiteX5" fmla="*/ 1588662 w 1600166"/>
                <a:gd name="connsiteY5" fmla="*/ 1699723 h 1919069"/>
                <a:gd name="connsiteX6" fmla="*/ 1038225 w 1600166"/>
                <a:gd name="connsiteY6" fmla="*/ 1919069 h 1919069"/>
                <a:gd name="connsiteX7" fmla="*/ 0 w 1600166"/>
                <a:gd name="connsiteY7" fmla="*/ 376019 h 1919069"/>
                <a:gd name="connsiteX8" fmla="*/ 371475 w 1600166"/>
                <a:gd name="connsiteY8" fmla="*/ 1118 h 1919069"/>
                <a:gd name="connsiteX0" fmla="*/ 371475 w 1596260"/>
                <a:gd name="connsiteY0" fmla="*/ 1118 h 1919069"/>
                <a:gd name="connsiteX1" fmla="*/ 568075 w 1596260"/>
                <a:gd name="connsiteY1" fmla="*/ 602876 h 1919069"/>
                <a:gd name="connsiteX2" fmla="*/ 374089 w 1596260"/>
                <a:gd name="connsiteY2" fmla="*/ 646744 h 1919069"/>
                <a:gd name="connsiteX3" fmla="*/ 987445 w 1596260"/>
                <a:gd name="connsiteY3" fmla="*/ 1528815 h 1919069"/>
                <a:gd name="connsiteX4" fmla="*/ 1173048 w 1596260"/>
                <a:gd name="connsiteY4" fmla="*/ 1311482 h 1919069"/>
                <a:gd name="connsiteX5" fmla="*/ 1588662 w 1596260"/>
                <a:gd name="connsiteY5" fmla="*/ 1699723 h 1919069"/>
                <a:gd name="connsiteX6" fmla="*/ 1038225 w 1596260"/>
                <a:gd name="connsiteY6" fmla="*/ 1919069 h 1919069"/>
                <a:gd name="connsiteX7" fmla="*/ 0 w 1596260"/>
                <a:gd name="connsiteY7" fmla="*/ 376019 h 1919069"/>
                <a:gd name="connsiteX8" fmla="*/ 371475 w 1596260"/>
                <a:gd name="connsiteY8" fmla="*/ 1118 h 1919069"/>
                <a:gd name="connsiteX0" fmla="*/ 371475 w 1596260"/>
                <a:gd name="connsiteY0" fmla="*/ 1118 h 1919069"/>
                <a:gd name="connsiteX1" fmla="*/ 568075 w 1596260"/>
                <a:gd name="connsiteY1" fmla="*/ 602876 h 1919069"/>
                <a:gd name="connsiteX2" fmla="*/ 374089 w 1596260"/>
                <a:gd name="connsiteY2" fmla="*/ 646744 h 1919069"/>
                <a:gd name="connsiteX3" fmla="*/ 987445 w 1596260"/>
                <a:gd name="connsiteY3" fmla="*/ 1528815 h 1919069"/>
                <a:gd name="connsiteX4" fmla="*/ 1173048 w 1596260"/>
                <a:gd name="connsiteY4" fmla="*/ 1311482 h 1919069"/>
                <a:gd name="connsiteX5" fmla="*/ 1588662 w 1596260"/>
                <a:gd name="connsiteY5" fmla="*/ 1699723 h 1919069"/>
                <a:gd name="connsiteX6" fmla="*/ 1038225 w 1596260"/>
                <a:gd name="connsiteY6" fmla="*/ 1919069 h 1919069"/>
                <a:gd name="connsiteX7" fmla="*/ 0 w 1596260"/>
                <a:gd name="connsiteY7" fmla="*/ 376019 h 1919069"/>
                <a:gd name="connsiteX8" fmla="*/ 371475 w 1596260"/>
                <a:gd name="connsiteY8" fmla="*/ 1118 h 1919069"/>
                <a:gd name="connsiteX0" fmla="*/ 371475 w 1596260"/>
                <a:gd name="connsiteY0" fmla="*/ 1118 h 1946976"/>
                <a:gd name="connsiteX1" fmla="*/ 568075 w 1596260"/>
                <a:gd name="connsiteY1" fmla="*/ 602876 h 1946976"/>
                <a:gd name="connsiteX2" fmla="*/ 374089 w 1596260"/>
                <a:gd name="connsiteY2" fmla="*/ 646744 h 1946976"/>
                <a:gd name="connsiteX3" fmla="*/ 987445 w 1596260"/>
                <a:gd name="connsiteY3" fmla="*/ 1528815 h 1946976"/>
                <a:gd name="connsiteX4" fmla="*/ 1173048 w 1596260"/>
                <a:gd name="connsiteY4" fmla="*/ 1311482 h 1946976"/>
                <a:gd name="connsiteX5" fmla="*/ 1588662 w 1596260"/>
                <a:gd name="connsiteY5" fmla="*/ 1699723 h 1946976"/>
                <a:gd name="connsiteX6" fmla="*/ 1038225 w 1596260"/>
                <a:gd name="connsiteY6" fmla="*/ 1919069 h 1946976"/>
                <a:gd name="connsiteX7" fmla="*/ 0 w 1596260"/>
                <a:gd name="connsiteY7" fmla="*/ 376019 h 1946976"/>
                <a:gd name="connsiteX8" fmla="*/ 371475 w 1596260"/>
                <a:gd name="connsiteY8" fmla="*/ 1118 h 1946976"/>
                <a:gd name="connsiteX0" fmla="*/ 357053 w 1581838"/>
                <a:gd name="connsiteY0" fmla="*/ 1118 h 1946976"/>
                <a:gd name="connsiteX1" fmla="*/ 553653 w 1581838"/>
                <a:gd name="connsiteY1" fmla="*/ 602876 h 1946976"/>
                <a:gd name="connsiteX2" fmla="*/ 359667 w 1581838"/>
                <a:gd name="connsiteY2" fmla="*/ 646744 h 1946976"/>
                <a:gd name="connsiteX3" fmla="*/ 973023 w 1581838"/>
                <a:gd name="connsiteY3" fmla="*/ 1528815 h 1946976"/>
                <a:gd name="connsiteX4" fmla="*/ 1158626 w 1581838"/>
                <a:gd name="connsiteY4" fmla="*/ 1311482 h 1946976"/>
                <a:gd name="connsiteX5" fmla="*/ 1574240 w 1581838"/>
                <a:gd name="connsiteY5" fmla="*/ 1699723 h 1946976"/>
                <a:gd name="connsiteX6" fmla="*/ 1023803 w 1581838"/>
                <a:gd name="connsiteY6" fmla="*/ 1919069 h 1946976"/>
                <a:gd name="connsiteX7" fmla="*/ 0 w 1581838"/>
                <a:gd name="connsiteY7" fmla="*/ 378903 h 1946976"/>
                <a:gd name="connsiteX8" fmla="*/ 357053 w 1581838"/>
                <a:gd name="connsiteY8" fmla="*/ 1118 h 1946976"/>
                <a:gd name="connsiteX0" fmla="*/ 357053 w 1581838"/>
                <a:gd name="connsiteY0" fmla="*/ 1118 h 1946976"/>
                <a:gd name="connsiteX1" fmla="*/ 553653 w 1581838"/>
                <a:gd name="connsiteY1" fmla="*/ 602876 h 1946976"/>
                <a:gd name="connsiteX2" fmla="*/ 359667 w 1581838"/>
                <a:gd name="connsiteY2" fmla="*/ 646744 h 1946976"/>
                <a:gd name="connsiteX3" fmla="*/ 973023 w 1581838"/>
                <a:gd name="connsiteY3" fmla="*/ 1528815 h 1946976"/>
                <a:gd name="connsiteX4" fmla="*/ 1158626 w 1581838"/>
                <a:gd name="connsiteY4" fmla="*/ 1311482 h 1946976"/>
                <a:gd name="connsiteX5" fmla="*/ 1574240 w 1581838"/>
                <a:gd name="connsiteY5" fmla="*/ 1699723 h 1946976"/>
                <a:gd name="connsiteX6" fmla="*/ 1023803 w 1581838"/>
                <a:gd name="connsiteY6" fmla="*/ 1919069 h 1946976"/>
                <a:gd name="connsiteX7" fmla="*/ 0 w 1581838"/>
                <a:gd name="connsiteY7" fmla="*/ 378903 h 1946976"/>
                <a:gd name="connsiteX8" fmla="*/ 357053 w 1581838"/>
                <a:gd name="connsiteY8" fmla="*/ 1118 h 1946976"/>
                <a:gd name="connsiteX0" fmla="*/ 357053 w 1581838"/>
                <a:gd name="connsiteY0" fmla="*/ 1118 h 1946976"/>
                <a:gd name="connsiteX1" fmla="*/ 553653 w 1581838"/>
                <a:gd name="connsiteY1" fmla="*/ 602876 h 1946976"/>
                <a:gd name="connsiteX2" fmla="*/ 359667 w 1581838"/>
                <a:gd name="connsiteY2" fmla="*/ 646744 h 1946976"/>
                <a:gd name="connsiteX3" fmla="*/ 973023 w 1581838"/>
                <a:gd name="connsiteY3" fmla="*/ 1528815 h 1946976"/>
                <a:gd name="connsiteX4" fmla="*/ 1158626 w 1581838"/>
                <a:gd name="connsiteY4" fmla="*/ 1311482 h 1946976"/>
                <a:gd name="connsiteX5" fmla="*/ 1574240 w 1581838"/>
                <a:gd name="connsiteY5" fmla="*/ 1699723 h 1946976"/>
                <a:gd name="connsiteX6" fmla="*/ 1023803 w 1581838"/>
                <a:gd name="connsiteY6" fmla="*/ 1919069 h 1946976"/>
                <a:gd name="connsiteX7" fmla="*/ 0 w 1581838"/>
                <a:gd name="connsiteY7" fmla="*/ 378903 h 1946976"/>
                <a:gd name="connsiteX8" fmla="*/ 357053 w 1581838"/>
                <a:gd name="connsiteY8" fmla="*/ 1118 h 1946976"/>
                <a:gd name="connsiteX0" fmla="*/ 333976 w 1558761"/>
                <a:gd name="connsiteY0" fmla="*/ 1118 h 1946976"/>
                <a:gd name="connsiteX1" fmla="*/ 530576 w 1558761"/>
                <a:gd name="connsiteY1" fmla="*/ 602876 h 1946976"/>
                <a:gd name="connsiteX2" fmla="*/ 336590 w 1558761"/>
                <a:gd name="connsiteY2" fmla="*/ 646744 h 1946976"/>
                <a:gd name="connsiteX3" fmla="*/ 949946 w 1558761"/>
                <a:gd name="connsiteY3" fmla="*/ 1528815 h 1946976"/>
                <a:gd name="connsiteX4" fmla="*/ 1135549 w 1558761"/>
                <a:gd name="connsiteY4" fmla="*/ 1311482 h 1946976"/>
                <a:gd name="connsiteX5" fmla="*/ 1551163 w 1558761"/>
                <a:gd name="connsiteY5" fmla="*/ 1699723 h 1946976"/>
                <a:gd name="connsiteX6" fmla="*/ 1000726 w 1558761"/>
                <a:gd name="connsiteY6" fmla="*/ 1919069 h 1946976"/>
                <a:gd name="connsiteX7" fmla="*/ 0 w 1558761"/>
                <a:gd name="connsiteY7" fmla="*/ 390441 h 1946976"/>
                <a:gd name="connsiteX8" fmla="*/ 333976 w 1558761"/>
                <a:gd name="connsiteY8" fmla="*/ 1118 h 1946976"/>
                <a:gd name="connsiteX0" fmla="*/ 335877 w 1560662"/>
                <a:gd name="connsiteY0" fmla="*/ 1118 h 1946976"/>
                <a:gd name="connsiteX1" fmla="*/ 532477 w 1560662"/>
                <a:gd name="connsiteY1" fmla="*/ 602876 h 1946976"/>
                <a:gd name="connsiteX2" fmla="*/ 338491 w 1560662"/>
                <a:gd name="connsiteY2" fmla="*/ 646744 h 1946976"/>
                <a:gd name="connsiteX3" fmla="*/ 951847 w 1560662"/>
                <a:gd name="connsiteY3" fmla="*/ 1528815 h 1946976"/>
                <a:gd name="connsiteX4" fmla="*/ 1137450 w 1560662"/>
                <a:gd name="connsiteY4" fmla="*/ 1311482 h 1946976"/>
                <a:gd name="connsiteX5" fmla="*/ 1553064 w 1560662"/>
                <a:gd name="connsiteY5" fmla="*/ 1699723 h 1946976"/>
                <a:gd name="connsiteX6" fmla="*/ 1002627 w 1560662"/>
                <a:gd name="connsiteY6" fmla="*/ 1919069 h 1946976"/>
                <a:gd name="connsiteX7" fmla="*/ 1901 w 1560662"/>
                <a:gd name="connsiteY7" fmla="*/ 390441 h 1946976"/>
                <a:gd name="connsiteX8" fmla="*/ 335877 w 1560662"/>
                <a:gd name="connsiteY8" fmla="*/ 1118 h 1946976"/>
                <a:gd name="connsiteX0" fmla="*/ 335877 w 1560662"/>
                <a:gd name="connsiteY0" fmla="*/ 1118 h 1946976"/>
                <a:gd name="connsiteX1" fmla="*/ 532477 w 1560662"/>
                <a:gd name="connsiteY1" fmla="*/ 602876 h 1946976"/>
                <a:gd name="connsiteX2" fmla="*/ 338491 w 1560662"/>
                <a:gd name="connsiteY2" fmla="*/ 646744 h 1946976"/>
                <a:gd name="connsiteX3" fmla="*/ 951847 w 1560662"/>
                <a:gd name="connsiteY3" fmla="*/ 1528815 h 1946976"/>
                <a:gd name="connsiteX4" fmla="*/ 1137450 w 1560662"/>
                <a:gd name="connsiteY4" fmla="*/ 1311482 h 1946976"/>
                <a:gd name="connsiteX5" fmla="*/ 1553064 w 1560662"/>
                <a:gd name="connsiteY5" fmla="*/ 1699723 h 1946976"/>
                <a:gd name="connsiteX6" fmla="*/ 1002627 w 1560662"/>
                <a:gd name="connsiteY6" fmla="*/ 1919069 h 1946976"/>
                <a:gd name="connsiteX7" fmla="*/ 1901 w 1560662"/>
                <a:gd name="connsiteY7" fmla="*/ 390441 h 1946976"/>
                <a:gd name="connsiteX8" fmla="*/ 335877 w 1560662"/>
                <a:gd name="connsiteY8" fmla="*/ 1118 h 1946976"/>
                <a:gd name="connsiteX0" fmla="*/ 335877 w 1560662"/>
                <a:gd name="connsiteY0" fmla="*/ 1118 h 1946976"/>
                <a:gd name="connsiteX1" fmla="*/ 532477 w 1560662"/>
                <a:gd name="connsiteY1" fmla="*/ 602876 h 1946976"/>
                <a:gd name="connsiteX2" fmla="*/ 338491 w 1560662"/>
                <a:gd name="connsiteY2" fmla="*/ 646744 h 1946976"/>
                <a:gd name="connsiteX3" fmla="*/ 951847 w 1560662"/>
                <a:gd name="connsiteY3" fmla="*/ 1528815 h 1946976"/>
                <a:gd name="connsiteX4" fmla="*/ 1137450 w 1560662"/>
                <a:gd name="connsiteY4" fmla="*/ 1311482 h 1946976"/>
                <a:gd name="connsiteX5" fmla="*/ 1553064 w 1560662"/>
                <a:gd name="connsiteY5" fmla="*/ 1699723 h 1946976"/>
                <a:gd name="connsiteX6" fmla="*/ 1002627 w 1560662"/>
                <a:gd name="connsiteY6" fmla="*/ 1919069 h 1946976"/>
                <a:gd name="connsiteX7" fmla="*/ 1901 w 1560662"/>
                <a:gd name="connsiteY7" fmla="*/ 390441 h 1946976"/>
                <a:gd name="connsiteX8" fmla="*/ 335877 w 1560662"/>
                <a:gd name="connsiteY8" fmla="*/ 1118 h 1946976"/>
                <a:gd name="connsiteX0" fmla="*/ 335877 w 1560662"/>
                <a:gd name="connsiteY0" fmla="*/ 1118 h 1946976"/>
                <a:gd name="connsiteX1" fmla="*/ 532477 w 1560662"/>
                <a:gd name="connsiteY1" fmla="*/ 602876 h 1946976"/>
                <a:gd name="connsiteX2" fmla="*/ 344260 w 1560662"/>
                <a:gd name="connsiteY2" fmla="*/ 655398 h 1946976"/>
                <a:gd name="connsiteX3" fmla="*/ 951847 w 1560662"/>
                <a:gd name="connsiteY3" fmla="*/ 1528815 h 1946976"/>
                <a:gd name="connsiteX4" fmla="*/ 1137450 w 1560662"/>
                <a:gd name="connsiteY4" fmla="*/ 1311482 h 1946976"/>
                <a:gd name="connsiteX5" fmla="*/ 1553064 w 1560662"/>
                <a:gd name="connsiteY5" fmla="*/ 1699723 h 1946976"/>
                <a:gd name="connsiteX6" fmla="*/ 1002627 w 1560662"/>
                <a:gd name="connsiteY6" fmla="*/ 1919069 h 1946976"/>
                <a:gd name="connsiteX7" fmla="*/ 1901 w 1560662"/>
                <a:gd name="connsiteY7" fmla="*/ 390441 h 1946976"/>
                <a:gd name="connsiteX8" fmla="*/ 335877 w 1560662"/>
                <a:gd name="connsiteY8" fmla="*/ 1118 h 1946976"/>
                <a:gd name="connsiteX0" fmla="*/ 335877 w 1560662"/>
                <a:gd name="connsiteY0" fmla="*/ 196 h 1946054"/>
                <a:gd name="connsiteX1" fmla="*/ 532477 w 1560662"/>
                <a:gd name="connsiteY1" fmla="*/ 601954 h 1946054"/>
                <a:gd name="connsiteX2" fmla="*/ 344260 w 1560662"/>
                <a:gd name="connsiteY2" fmla="*/ 654476 h 1946054"/>
                <a:gd name="connsiteX3" fmla="*/ 951847 w 1560662"/>
                <a:gd name="connsiteY3" fmla="*/ 1527893 h 1946054"/>
                <a:gd name="connsiteX4" fmla="*/ 1137450 w 1560662"/>
                <a:gd name="connsiteY4" fmla="*/ 1310560 h 1946054"/>
                <a:gd name="connsiteX5" fmla="*/ 1553064 w 1560662"/>
                <a:gd name="connsiteY5" fmla="*/ 1698801 h 1946054"/>
                <a:gd name="connsiteX6" fmla="*/ 1002627 w 1560662"/>
                <a:gd name="connsiteY6" fmla="*/ 1918147 h 1946054"/>
                <a:gd name="connsiteX7" fmla="*/ 1901 w 1560662"/>
                <a:gd name="connsiteY7" fmla="*/ 389519 h 1946054"/>
                <a:gd name="connsiteX8" fmla="*/ 335877 w 1560662"/>
                <a:gd name="connsiteY8" fmla="*/ 196 h 1946054"/>
                <a:gd name="connsiteX0" fmla="*/ 332898 w 1560662"/>
                <a:gd name="connsiteY0" fmla="*/ 199 h 1937121"/>
                <a:gd name="connsiteX1" fmla="*/ 532477 w 1560662"/>
                <a:gd name="connsiteY1" fmla="*/ 593021 h 1937121"/>
                <a:gd name="connsiteX2" fmla="*/ 344260 w 1560662"/>
                <a:gd name="connsiteY2" fmla="*/ 645543 h 1937121"/>
                <a:gd name="connsiteX3" fmla="*/ 951847 w 1560662"/>
                <a:gd name="connsiteY3" fmla="*/ 1518960 h 1937121"/>
                <a:gd name="connsiteX4" fmla="*/ 1137450 w 1560662"/>
                <a:gd name="connsiteY4" fmla="*/ 1301627 h 1937121"/>
                <a:gd name="connsiteX5" fmla="*/ 1553064 w 1560662"/>
                <a:gd name="connsiteY5" fmla="*/ 1689868 h 1937121"/>
                <a:gd name="connsiteX6" fmla="*/ 1002627 w 1560662"/>
                <a:gd name="connsiteY6" fmla="*/ 1909214 h 1937121"/>
                <a:gd name="connsiteX7" fmla="*/ 1901 w 1560662"/>
                <a:gd name="connsiteY7" fmla="*/ 380586 h 1937121"/>
                <a:gd name="connsiteX8" fmla="*/ 332898 w 1560662"/>
                <a:gd name="connsiteY8" fmla="*/ 199 h 1937121"/>
                <a:gd name="connsiteX0" fmla="*/ 332898 w 1560662"/>
                <a:gd name="connsiteY0" fmla="*/ 199 h 1937121"/>
                <a:gd name="connsiteX1" fmla="*/ 532477 w 1560662"/>
                <a:gd name="connsiteY1" fmla="*/ 593021 h 1937121"/>
                <a:gd name="connsiteX2" fmla="*/ 344260 w 1560662"/>
                <a:gd name="connsiteY2" fmla="*/ 645543 h 1937121"/>
                <a:gd name="connsiteX3" fmla="*/ 951847 w 1560662"/>
                <a:gd name="connsiteY3" fmla="*/ 1518960 h 1937121"/>
                <a:gd name="connsiteX4" fmla="*/ 1137450 w 1560662"/>
                <a:gd name="connsiteY4" fmla="*/ 1301627 h 1937121"/>
                <a:gd name="connsiteX5" fmla="*/ 1553064 w 1560662"/>
                <a:gd name="connsiteY5" fmla="*/ 1689868 h 1937121"/>
                <a:gd name="connsiteX6" fmla="*/ 1002627 w 1560662"/>
                <a:gd name="connsiteY6" fmla="*/ 1909214 h 1937121"/>
                <a:gd name="connsiteX7" fmla="*/ 1901 w 1560662"/>
                <a:gd name="connsiteY7" fmla="*/ 380586 h 1937121"/>
                <a:gd name="connsiteX8" fmla="*/ 332898 w 1560662"/>
                <a:gd name="connsiteY8" fmla="*/ 199 h 1937121"/>
                <a:gd name="connsiteX0" fmla="*/ 332898 w 1560662"/>
                <a:gd name="connsiteY0" fmla="*/ 199 h 1937121"/>
                <a:gd name="connsiteX1" fmla="*/ 532477 w 1560662"/>
                <a:gd name="connsiteY1" fmla="*/ 593021 h 1937121"/>
                <a:gd name="connsiteX2" fmla="*/ 344260 w 1560662"/>
                <a:gd name="connsiteY2" fmla="*/ 645543 h 1937121"/>
                <a:gd name="connsiteX3" fmla="*/ 951847 w 1560662"/>
                <a:gd name="connsiteY3" fmla="*/ 1518960 h 1937121"/>
                <a:gd name="connsiteX4" fmla="*/ 1137450 w 1560662"/>
                <a:gd name="connsiteY4" fmla="*/ 1301627 h 1937121"/>
                <a:gd name="connsiteX5" fmla="*/ 1553064 w 1560662"/>
                <a:gd name="connsiteY5" fmla="*/ 1689868 h 1937121"/>
                <a:gd name="connsiteX6" fmla="*/ 1002627 w 1560662"/>
                <a:gd name="connsiteY6" fmla="*/ 1909214 h 1937121"/>
                <a:gd name="connsiteX7" fmla="*/ 1901 w 1560662"/>
                <a:gd name="connsiteY7" fmla="*/ 380586 h 1937121"/>
                <a:gd name="connsiteX8" fmla="*/ 332898 w 1560662"/>
                <a:gd name="connsiteY8" fmla="*/ 199 h 1937121"/>
                <a:gd name="connsiteX0" fmla="*/ 332898 w 1565431"/>
                <a:gd name="connsiteY0" fmla="*/ 199 h 1937121"/>
                <a:gd name="connsiteX1" fmla="*/ 532477 w 1565431"/>
                <a:gd name="connsiteY1" fmla="*/ 593021 h 1937121"/>
                <a:gd name="connsiteX2" fmla="*/ 344260 w 1565431"/>
                <a:gd name="connsiteY2" fmla="*/ 645543 h 1937121"/>
                <a:gd name="connsiteX3" fmla="*/ 951847 w 1565431"/>
                <a:gd name="connsiteY3" fmla="*/ 1518960 h 1937121"/>
                <a:gd name="connsiteX4" fmla="*/ 1137450 w 1565431"/>
                <a:gd name="connsiteY4" fmla="*/ 1301627 h 1937121"/>
                <a:gd name="connsiteX5" fmla="*/ 1553064 w 1565431"/>
                <a:gd name="connsiteY5" fmla="*/ 1689868 h 1937121"/>
                <a:gd name="connsiteX6" fmla="*/ 1002627 w 1565431"/>
                <a:gd name="connsiteY6" fmla="*/ 1909214 h 1937121"/>
                <a:gd name="connsiteX7" fmla="*/ 1901 w 1565431"/>
                <a:gd name="connsiteY7" fmla="*/ 380586 h 1937121"/>
                <a:gd name="connsiteX8" fmla="*/ 332898 w 1565431"/>
                <a:gd name="connsiteY8" fmla="*/ 199 h 1937121"/>
                <a:gd name="connsiteX0" fmla="*/ 332898 w 1565431"/>
                <a:gd name="connsiteY0" fmla="*/ 199 h 1937121"/>
                <a:gd name="connsiteX1" fmla="*/ 532477 w 1565431"/>
                <a:gd name="connsiteY1" fmla="*/ 593021 h 1937121"/>
                <a:gd name="connsiteX2" fmla="*/ 344260 w 1565431"/>
                <a:gd name="connsiteY2" fmla="*/ 645543 h 1937121"/>
                <a:gd name="connsiteX3" fmla="*/ 951847 w 1565431"/>
                <a:gd name="connsiteY3" fmla="*/ 1518960 h 1937121"/>
                <a:gd name="connsiteX4" fmla="*/ 1137450 w 1565431"/>
                <a:gd name="connsiteY4" fmla="*/ 1301627 h 1937121"/>
                <a:gd name="connsiteX5" fmla="*/ 1553064 w 1565431"/>
                <a:gd name="connsiteY5" fmla="*/ 1689868 h 1937121"/>
                <a:gd name="connsiteX6" fmla="*/ 1002627 w 1565431"/>
                <a:gd name="connsiteY6" fmla="*/ 1909214 h 1937121"/>
                <a:gd name="connsiteX7" fmla="*/ 1901 w 1565431"/>
                <a:gd name="connsiteY7" fmla="*/ 380586 h 1937121"/>
                <a:gd name="connsiteX8" fmla="*/ 332898 w 1565431"/>
                <a:gd name="connsiteY8" fmla="*/ 199 h 1937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65431" h="1937121">
                  <a:moveTo>
                    <a:pt x="332898" y="199"/>
                  </a:moveTo>
                  <a:cubicBezTo>
                    <a:pt x="480797" y="-12106"/>
                    <a:pt x="712130" y="551085"/>
                    <a:pt x="532477" y="593021"/>
                  </a:cubicBezTo>
                  <a:lnTo>
                    <a:pt x="344260" y="645543"/>
                  </a:lnTo>
                  <a:cubicBezTo>
                    <a:pt x="475639" y="1163599"/>
                    <a:pt x="690666" y="1300897"/>
                    <a:pt x="951847" y="1518960"/>
                  </a:cubicBezTo>
                  <a:cubicBezTo>
                    <a:pt x="1003138" y="1396518"/>
                    <a:pt x="1042046" y="1291100"/>
                    <a:pt x="1137450" y="1301627"/>
                  </a:cubicBezTo>
                  <a:cubicBezTo>
                    <a:pt x="1276950" y="1299313"/>
                    <a:pt x="1636332" y="1564228"/>
                    <a:pt x="1553064" y="1689868"/>
                  </a:cubicBezTo>
                  <a:cubicBezTo>
                    <a:pt x="1389777" y="1941825"/>
                    <a:pt x="1145722" y="1971673"/>
                    <a:pt x="1002627" y="1909214"/>
                  </a:cubicBezTo>
                  <a:cubicBezTo>
                    <a:pt x="545977" y="1690048"/>
                    <a:pt x="-37590" y="1110316"/>
                    <a:pt x="1901" y="380586"/>
                  </a:cubicBezTo>
                  <a:cubicBezTo>
                    <a:pt x="36305" y="148891"/>
                    <a:pt x="133416" y="23363"/>
                    <a:pt x="332898" y="19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FB6A093F-3CF4-45C8-AFDE-36B6F0F82702}"/>
              </a:ext>
            </a:extLst>
          </p:cNvPr>
          <p:cNvGrpSpPr/>
          <p:nvPr/>
        </p:nvGrpSpPr>
        <p:grpSpPr>
          <a:xfrm>
            <a:off x="4665501" y="1677189"/>
            <a:ext cx="1771861" cy="1796014"/>
            <a:chOff x="4665501" y="1677189"/>
            <a:chExt cx="1771861" cy="1796014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A71FEDE3-5F26-4824-B0B5-299F233AE8ED}"/>
                </a:ext>
              </a:extLst>
            </p:cNvPr>
            <p:cNvGrpSpPr/>
            <p:nvPr/>
          </p:nvGrpSpPr>
          <p:grpSpPr>
            <a:xfrm>
              <a:off x="4665501" y="1677189"/>
              <a:ext cx="1771861" cy="1796014"/>
              <a:chOff x="5204834" y="2903198"/>
              <a:chExt cx="1771861" cy="1796014"/>
            </a:xfrm>
          </p:grpSpPr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E446B283-E8E1-401B-9393-8C949ADA1BE3}"/>
                  </a:ext>
                </a:extLst>
              </p:cNvPr>
              <p:cNvSpPr/>
              <p:nvPr/>
            </p:nvSpPr>
            <p:spPr>
              <a:xfrm>
                <a:off x="5204834" y="3066128"/>
                <a:ext cx="1633084" cy="1633084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A099061D-7E5C-493D-86AF-F670AC0D1F8A}"/>
                  </a:ext>
                </a:extLst>
              </p:cNvPr>
              <p:cNvSpPr/>
              <p:nvPr/>
            </p:nvSpPr>
            <p:spPr>
              <a:xfrm>
                <a:off x="6165720" y="2903198"/>
                <a:ext cx="810975" cy="810975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11E037A-87EA-4A53-90E9-B9477B60446E}"/>
                </a:ext>
              </a:extLst>
            </p:cNvPr>
            <p:cNvSpPr txBox="1"/>
            <p:nvPr/>
          </p:nvSpPr>
          <p:spPr>
            <a:xfrm>
              <a:off x="4984047" y="2524613"/>
              <a:ext cx="10154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schemeClr val="accent2"/>
                  </a:solidFill>
                  <a:cs typeface="Arial" pitchFamily="34" charset="0"/>
                </a:rPr>
                <a:t>CAL3</a:t>
              </a:r>
              <a:endParaRPr lang="ko-KR" altLang="en-US" sz="2400" b="1" dirty="0">
                <a:solidFill>
                  <a:schemeClr val="accent2"/>
                </a:solidFill>
                <a:cs typeface="Arial" pitchFamily="34" charset="0"/>
              </a:endParaRPr>
            </a:p>
          </p:txBody>
        </p:sp>
        <p:sp>
          <p:nvSpPr>
            <p:cNvPr id="46" name="Freeform 25">
              <a:extLst>
                <a:ext uri="{FF2B5EF4-FFF2-40B4-BE49-F238E27FC236}">
                  <a16:creationId xmlns:a16="http://schemas.microsoft.com/office/drawing/2014/main" id="{DE81B270-FA3E-493B-A441-3391B1B252B8}"/>
                </a:ext>
              </a:extLst>
            </p:cNvPr>
            <p:cNvSpPr/>
            <p:nvPr/>
          </p:nvSpPr>
          <p:spPr>
            <a:xfrm>
              <a:off x="5858804" y="1811272"/>
              <a:ext cx="417857" cy="517071"/>
            </a:xfrm>
            <a:custGeom>
              <a:avLst/>
              <a:gdLst>
                <a:gd name="connsiteX0" fmla="*/ 371475 w 1600200"/>
                <a:gd name="connsiteY0" fmla="*/ 0 h 1857375"/>
                <a:gd name="connsiteX1" fmla="*/ 628650 w 1600200"/>
                <a:gd name="connsiteY1" fmla="*/ 523875 h 1857375"/>
                <a:gd name="connsiteX2" fmla="*/ 400050 w 1600200"/>
                <a:gd name="connsiteY2" fmla="*/ 561975 h 1857375"/>
                <a:gd name="connsiteX3" fmla="*/ 1019175 w 1600200"/>
                <a:gd name="connsiteY3" fmla="*/ 1438275 h 1857375"/>
                <a:gd name="connsiteX4" fmla="*/ 1219200 w 1600200"/>
                <a:gd name="connsiteY4" fmla="*/ 1238250 h 1857375"/>
                <a:gd name="connsiteX5" fmla="*/ 1600200 w 1600200"/>
                <a:gd name="connsiteY5" fmla="*/ 1666875 h 1857375"/>
                <a:gd name="connsiteX6" fmla="*/ 1038225 w 1600200"/>
                <a:gd name="connsiteY6" fmla="*/ 1857375 h 1857375"/>
                <a:gd name="connsiteX7" fmla="*/ 0 w 1600200"/>
                <a:gd name="connsiteY7" fmla="*/ 314325 h 1857375"/>
                <a:gd name="connsiteX8" fmla="*/ 371475 w 1600200"/>
                <a:gd name="connsiteY8" fmla="*/ 0 h 1857375"/>
                <a:gd name="connsiteX0" fmla="*/ 371475 w 1600200"/>
                <a:gd name="connsiteY0" fmla="*/ 0 h 1917951"/>
                <a:gd name="connsiteX1" fmla="*/ 628650 w 1600200"/>
                <a:gd name="connsiteY1" fmla="*/ 584451 h 1917951"/>
                <a:gd name="connsiteX2" fmla="*/ 400050 w 1600200"/>
                <a:gd name="connsiteY2" fmla="*/ 622551 h 1917951"/>
                <a:gd name="connsiteX3" fmla="*/ 1019175 w 1600200"/>
                <a:gd name="connsiteY3" fmla="*/ 1498851 h 1917951"/>
                <a:gd name="connsiteX4" fmla="*/ 1219200 w 1600200"/>
                <a:gd name="connsiteY4" fmla="*/ 1298826 h 1917951"/>
                <a:gd name="connsiteX5" fmla="*/ 1600200 w 1600200"/>
                <a:gd name="connsiteY5" fmla="*/ 1727451 h 1917951"/>
                <a:gd name="connsiteX6" fmla="*/ 1038225 w 1600200"/>
                <a:gd name="connsiteY6" fmla="*/ 1917951 h 1917951"/>
                <a:gd name="connsiteX7" fmla="*/ 0 w 1600200"/>
                <a:gd name="connsiteY7" fmla="*/ 374901 h 1917951"/>
                <a:gd name="connsiteX8" fmla="*/ 371475 w 1600200"/>
                <a:gd name="connsiteY8" fmla="*/ 0 h 1917951"/>
                <a:gd name="connsiteX0" fmla="*/ 371475 w 1600200"/>
                <a:gd name="connsiteY0" fmla="*/ 1277 h 1919228"/>
                <a:gd name="connsiteX1" fmla="*/ 628650 w 1600200"/>
                <a:gd name="connsiteY1" fmla="*/ 585728 h 1919228"/>
                <a:gd name="connsiteX2" fmla="*/ 400050 w 1600200"/>
                <a:gd name="connsiteY2" fmla="*/ 623828 h 1919228"/>
                <a:gd name="connsiteX3" fmla="*/ 1019175 w 1600200"/>
                <a:gd name="connsiteY3" fmla="*/ 1500128 h 1919228"/>
                <a:gd name="connsiteX4" fmla="*/ 1219200 w 1600200"/>
                <a:gd name="connsiteY4" fmla="*/ 1300103 h 1919228"/>
                <a:gd name="connsiteX5" fmla="*/ 1600200 w 1600200"/>
                <a:gd name="connsiteY5" fmla="*/ 1728728 h 1919228"/>
                <a:gd name="connsiteX6" fmla="*/ 1038225 w 1600200"/>
                <a:gd name="connsiteY6" fmla="*/ 1919228 h 1919228"/>
                <a:gd name="connsiteX7" fmla="*/ 0 w 1600200"/>
                <a:gd name="connsiteY7" fmla="*/ 376178 h 1919228"/>
                <a:gd name="connsiteX8" fmla="*/ 371475 w 1600200"/>
                <a:gd name="connsiteY8" fmla="*/ 1277 h 1919228"/>
                <a:gd name="connsiteX0" fmla="*/ 371475 w 1600200"/>
                <a:gd name="connsiteY0" fmla="*/ 1277 h 1919228"/>
                <a:gd name="connsiteX1" fmla="*/ 628650 w 1600200"/>
                <a:gd name="connsiteY1" fmla="*/ 585728 h 1919228"/>
                <a:gd name="connsiteX2" fmla="*/ 400050 w 1600200"/>
                <a:gd name="connsiteY2" fmla="*/ 623828 h 1919228"/>
                <a:gd name="connsiteX3" fmla="*/ 1019175 w 1600200"/>
                <a:gd name="connsiteY3" fmla="*/ 1500128 h 1919228"/>
                <a:gd name="connsiteX4" fmla="*/ 1219200 w 1600200"/>
                <a:gd name="connsiteY4" fmla="*/ 1300103 h 1919228"/>
                <a:gd name="connsiteX5" fmla="*/ 1600200 w 1600200"/>
                <a:gd name="connsiteY5" fmla="*/ 1728728 h 1919228"/>
                <a:gd name="connsiteX6" fmla="*/ 1038225 w 1600200"/>
                <a:gd name="connsiteY6" fmla="*/ 1919228 h 1919228"/>
                <a:gd name="connsiteX7" fmla="*/ 0 w 1600200"/>
                <a:gd name="connsiteY7" fmla="*/ 376178 h 1919228"/>
                <a:gd name="connsiteX8" fmla="*/ 371475 w 1600200"/>
                <a:gd name="connsiteY8" fmla="*/ 1277 h 1919228"/>
                <a:gd name="connsiteX0" fmla="*/ 371475 w 1600200"/>
                <a:gd name="connsiteY0" fmla="*/ 1544 h 1919495"/>
                <a:gd name="connsiteX1" fmla="*/ 628650 w 1600200"/>
                <a:gd name="connsiteY1" fmla="*/ 585995 h 1919495"/>
                <a:gd name="connsiteX2" fmla="*/ 400050 w 1600200"/>
                <a:gd name="connsiteY2" fmla="*/ 624095 h 1919495"/>
                <a:gd name="connsiteX3" fmla="*/ 1019175 w 1600200"/>
                <a:gd name="connsiteY3" fmla="*/ 1500395 h 1919495"/>
                <a:gd name="connsiteX4" fmla="*/ 1219200 w 1600200"/>
                <a:gd name="connsiteY4" fmla="*/ 1300370 h 1919495"/>
                <a:gd name="connsiteX5" fmla="*/ 1600200 w 1600200"/>
                <a:gd name="connsiteY5" fmla="*/ 1728995 h 1919495"/>
                <a:gd name="connsiteX6" fmla="*/ 1038225 w 1600200"/>
                <a:gd name="connsiteY6" fmla="*/ 1919495 h 1919495"/>
                <a:gd name="connsiteX7" fmla="*/ 0 w 1600200"/>
                <a:gd name="connsiteY7" fmla="*/ 376445 h 1919495"/>
                <a:gd name="connsiteX8" fmla="*/ 371475 w 1600200"/>
                <a:gd name="connsiteY8" fmla="*/ 1544 h 1919495"/>
                <a:gd name="connsiteX0" fmla="*/ 371475 w 1600200"/>
                <a:gd name="connsiteY0" fmla="*/ 1487 h 1919438"/>
                <a:gd name="connsiteX1" fmla="*/ 568075 w 1600200"/>
                <a:gd name="connsiteY1" fmla="*/ 603245 h 1919438"/>
                <a:gd name="connsiteX2" fmla="*/ 400050 w 1600200"/>
                <a:gd name="connsiteY2" fmla="*/ 624038 h 1919438"/>
                <a:gd name="connsiteX3" fmla="*/ 1019175 w 1600200"/>
                <a:gd name="connsiteY3" fmla="*/ 1500338 h 1919438"/>
                <a:gd name="connsiteX4" fmla="*/ 1219200 w 1600200"/>
                <a:gd name="connsiteY4" fmla="*/ 1300313 h 1919438"/>
                <a:gd name="connsiteX5" fmla="*/ 1600200 w 1600200"/>
                <a:gd name="connsiteY5" fmla="*/ 1728938 h 1919438"/>
                <a:gd name="connsiteX6" fmla="*/ 1038225 w 1600200"/>
                <a:gd name="connsiteY6" fmla="*/ 1919438 h 1919438"/>
                <a:gd name="connsiteX7" fmla="*/ 0 w 1600200"/>
                <a:gd name="connsiteY7" fmla="*/ 376388 h 1919438"/>
                <a:gd name="connsiteX8" fmla="*/ 371475 w 1600200"/>
                <a:gd name="connsiteY8" fmla="*/ 1487 h 1919438"/>
                <a:gd name="connsiteX0" fmla="*/ 371475 w 1600200"/>
                <a:gd name="connsiteY0" fmla="*/ 1032 h 1918983"/>
                <a:gd name="connsiteX1" fmla="*/ 568075 w 1600200"/>
                <a:gd name="connsiteY1" fmla="*/ 602790 h 1918983"/>
                <a:gd name="connsiteX2" fmla="*/ 400050 w 1600200"/>
                <a:gd name="connsiteY2" fmla="*/ 623583 h 1918983"/>
                <a:gd name="connsiteX3" fmla="*/ 1019175 w 1600200"/>
                <a:gd name="connsiteY3" fmla="*/ 1499883 h 1918983"/>
                <a:gd name="connsiteX4" fmla="*/ 1219200 w 1600200"/>
                <a:gd name="connsiteY4" fmla="*/ 1299858 h 1918983"/>
                <a:gd name="connsiteX5" fmla="*/ 1600200 w 1600200"/>
                <a:gd name="connsiteY5" fmla="*/ 1728483 h 1918983"/>
                <a:gd name="connsiteX6" fmla="*/ 1038225 w 1600200"/>
                <a:gd name="connsiteY6" fmla="*/ 1918983 h 1918983"/>
                <a:gd name="connsiteX7" fmla="*/ 0 w 1600200"/>
                <a:gd name="connsiteY7" fmla="*/ 375933 h 1918983"/>
                <a:gd name="connsiteX8" fmla="*/ 371475 w 1600200"/>
                <a:gd name="connsiteY8" fmla="*/ 1032 h 1918983"/>
                <a:gd name="connsiteX0" fmla="*/ 371475 w 1600200"/>
                <a:gd name="connsiteY0" fmla="*/ 1088 h 1919039"/>
                <a:gd name="connsiteX1" fmla="*/ 568075 w 1600200"/>
                <a:gd name="connsiteY1" fmla="*/ 602846 h 1919039"/>
                <a:gd name="connsiteX2" fmla="*/ 400050 w 1600200"/>
                <a:gd name="connsiteY2" fmla="*/ 623639 h 1919039"/>
                <a:gd name="connsiteX3" fmla="*/ 1019175 w 1600200"/>
                <a:gd name="connsiteY3" fmla="*/ 1499939 h 1919039"/>
                <a:gd name="connsiteX4" fmla="*/ 1219200 w 1600200"/>
                <a:gd name="connsiteY4" fmla="*/ 1299914 h 1919039"/>
                <a:gd name="connsiteX5" fmla="*/ 1600200 w 1600200"/>
                <a:gd name="connsiteY5" fmla="*/ 1728539 h 1919039"/>
                <a:gd name="connsiteX6" fmla="*/ 1038225 w 1600200"/>
                <a:gd name="connsiteY6" fmla="*/ 1919039 h 1919039"/>
                <a:gd name="connsiteX7" fmla="*/ 0 w 1600200"/>
                <a:gd name="connsiteY7" fmla="*/ 375989 h 1919039"/>
                <a:gd name="connsiteX8" fmla="*/ 371475 w 1600200"/>
                <a:gd name="connsiteY8" fmla="*/ 1088 h 1919039"/>
                <a:gd name="connsiteX0" fmla="*/ 371475 w 1600200"/>
                <a:gd name="connsiteY0" fmla="*/ 1088 h 1919039"/>
                <a:gd name="connsiteX1" fmla="*/ 568075 w 1600200"/>
                <a:gd name="connsiteY1" fmla="*/ 602846 h 1919039"/>
                <a:gd name="connsiteX2" fmla="*/ 400050 w 1600200"/>
                <a:gd name="connsiteY2" fmla="*/ 623639 h 1919039"/>
                <a:gd name="connsiteX3" fmla="*/ 1019175 w 1600200"/>
                <a:gd name="connsiteY3" fmla="*/ 1499939 h 1919039"/>
                <a:gd name="connsiteX4" fmla="*/ 1219200 w 1600200"/>
                <a:gd name="connsiteY4" fmla="*/ 1299914 h 1919039"/>
                <a:gd name="connsiteX5" fmla="*/ 1600200 w 1600200"/>
                <a:gd name="connsiteY5" fmla="*/ 1728539 h 1919039"/>
                <a:gd name="connsiteX6" fmla="*/ 1038225 w 1600200"/>
                <a:gd name="connsiteY6" fmla="*/ 1919039 h 1919039"/>
                <a:gd name="connsiteX7" fmla="*/ 0 w 1600200"/>
                <a:gd name="connsiteY7" fmla="*/ 375989 h 1919039"/>
                <a:gd name="connsiteX8" fmla="*/ 371475 w 1600200"/>
                <a:gd name="connsiteY8" fmla="*/ 1088 h 1919039"/>
                <a:gd name="connsiteX0" fmla="*/ 371475 w 1600200"/>
                <a:gd name="connsiteY0" fmla="*/ 1118 h 1919069"/>
                <a:gd name="connsiteX1" fmla="*/ 568075 w 1600200"/>
                <a:gd name="connsiteY1" fmla="*/ 602876 h 1919069"/>
                <a:gd name="connsiteX2" fmla="*/ 400050 w 1600200"/>
                <a:gd name="connsiteY2" fmla="*/ 623669 h 1919069"/>
                <a:gd name="connsiteX3" fmla="*/ 1019175 w 1600200"/>
                <a:gd name="connsiteY3" fmla="*/ 1499969 h 1919069"/>
                <a:gd name="connsiteX4" fmla="*/ 1219200 w 1600200"/>
                <a:gd name="connsiteY4" fmla="*/ 1299944 h 1919069"/>
                <a:gd name="connsiteX5" fmla="*/ 1600200 w 1600200"/>
                <a:gd name="connsiteY5" fmla="*/ 1728569 h 1919069"/>
                <a:gd name="connsiteX6" fmla="*/ 1038225 w 1600200"/>
                <a:gd name="connsiteY6" fmla="*/ 1919069 h 1919069"/>
                <a:gd name="connsiteX7" fmla="*/ 0 w 1600200"/>
                <a:gd name="connsiteY7" fmla="*/ 376019 h 1919069"/>
                <a:gd name="connsiteX8" fmla="*/ 371475 w 1600200"/>
                <a:gd name="connsiteY8" fmla="*/ 1118 h 1919069"/>
                <a:gd name="connsiteX0" fmla="*/ 371475 w 1600200"/>
                <a:gd name="connsiteY0" fmla="*/ 1118 h 1919069"/>
                <a:gd name="connsiteX1" fmla="*/ 568075 w 1600200"/>
                <a:gd name="connsiteY1" fmla="*/ 602876 h 1919069"/>
                <a:gd name="connsiteX2" fmla="*/ 408703 w 1600200"/>
                <a:gd name="connsiteY2" fmla="*/ 643860 h 1919069"/>
                <a:gd name="connsiteX3" fmla="*/ 1019175 w 1600200"/>
                <a:gd name="connsiteY3" fmla="*/ 1499969 h 1919069"/>
                <a:gd name="connsiteX4" fmla="*/ 1219200 w 1600200"/>
                <a:gd name="connsiteY4" fmla="*/ 1299944 h 1919069"/>
                <a:gd name="connsiteX5" fmla="*/ 1600200 w 1600200"/>
                <a:gd name="connsiteY5" fmla="*/ 1728569 h 1919069"/>
                <a:gd name="connsiteX6" fmla="*/ 1038225 w 1600200"/>
                <a:gd name="connsiteY6" fmla="*/ 1919069 h 1919069"/>
                <a:gd name="connsiteX7" fmla="*/ 0 w 1600200"/>
                <a:gd name="connsiteY7" fmla="*/ 376019 h 1919069"/>
                <a:gd name="connsiteX8" fmla="*/ 371475 w 1600200"/>
                <a:gd name="connsiteY8" fmla="*/ 1118 h 1919069"/>
                <a:gd name="connsiteX0" fmla="*/ 371475 w 1600200"/>
                <a:gd name="connsiteY0" fmla="*/ 1118 h 1919069"/>
                <a:gd name="connsiteX1" fmla="*/ 568075 w 1600200"/>
                <a:gd name="connsiteY1" fmla="*/ 602876 h 1919069"/>
                <a:gd name="connsiteX2" fmla="*/ 359666 w 1600200"/>
                <a:gd name="connsiteY2" fmla="*/ 643860 h 1919069"/>
                <a:gd name="connsiteX3" fmla="*/ 1019175 w 1600200"/>
                <a:gd name="connsiteY3" fmla="*/ 1499969 h 1919069"/>
                <a:gd name="connsiteX4" fmla="*/ 1219200 w 1600200"/>
                <a:gd name="connsiteY4" fmla="*/ 1299944 h 1919069"/>
                <a:gd name="connsiteX5" fmla="*/ 1600200 w 1600200"/>
                <a:gd name="connsiteY5" fmla="*/ 1728569 h 1919069"/>
                <a:gd name="connsiteX6" fmla="*/ 1038225 w 1600200"/>
                <a:gd name="connsiteY6" fmla="*/ 1919069 h 1919069"/>
                <a:gd name="connsiteX7" fmla="*/ 0 w 1600200"/>
                <a:gd name="connsiteY7" fmla="*/ 376019 h 1919069"/>
                <a:gd name="connsiteX8" fmla="*/ 371475 w 1600200"/>
                <a:gd name="connsiteY8" fmla="*/ 1118 h 1919069"/>
                <a:gd name="connsiteX0" fmla="*/ 371475 w 1600200"/>
                <a:gd name="connsiteY0" fmla="*/ 1118 h 1919069"/>
                <a:gd name="connsiteX1" fmla="*/ 568075 w 1600200"/>
                <a:gd name="connsiteY1" fmla="*/ 602876 h 1919069"/>
                <a:gd name="connsiteX2" fmla="*/ 374089 w 1600200"/>
                <a:gd name="connsiteY2" fmla="*/ 646744 h 1919069"/>
                <a:gd name="connsiteX3" fmla="*/ 1019175 w 1600200"/>
                <a:gd name="connsiteY3" fmla="*/ 1499969 h 1919069"/>
                <a:gd name="connsiteX4" fmla="*/ 1219200 w 1600200"/>
                <a:gd name="connsiteY4" fmla="*/ 1299944 h 1919069"/>
                <a:gd name="connsiteX5" fmla="*/ 1600200 w 1600200"/>
                <a:gd name="connsiteY5" fmla="*/ 1728569 h 1919069"/>
                <a:gd name="connsiteX6" fmla="*/ 1038225 w 1600200"/>
                <a:gd name="connsiteY6" fmla="*/ 1919069 h 1919069"/>
                <a:gd name="connsiteX7" fmla="*/ 0 w 1600200"/>
                <a:gd name="connsiteY7" fmla="*/ 376019 h 1919069"/>
                <a:gd name="connsiteX8" fmla="*/ 371475 w 1600200"/>
                <a:gd name="connsiteY8" fmla="*/ 1118 h 1919069"/>
                <a:gd name="connsiteX0" fmla="*/ 371475 w 1600200"/>
                <a:gd name="connsiteY0" fmla="*/ 1118 h 1919069"/>
                <a:gd name="connsiteX1" fmla="*/ 568075 w 1600200"/>
                <a:gd name="connsiteY1" fmla="*/ 602876 h 1919069"/>
                <a:gd name="connsiteX2" fmla="*/ 374089 w 1600200"/>
                <a:gd name="connsiteY2" fmla="*/ 646744 h 1919069"/>
                <a:gd name="connsiteX3" fmla="*/ 1019175 w 1600200"/>
                <a:gd name="connsiteY3" fmla="*/ 1499969 h 1919069"/>
                <a:gd name="connsiteX4" fmla="*/ 1219200 w 1600200"/>
                <a:gd name="connsiteY4" fmla="*/ 1299944 h 1919069"/>
                <a:gd name="connsiteX5" fmla="*/ 1600200 w 1600200"/>
                <a:gd name="connsiteY5" fmla="*/ 1728569 h 1919069"/>
                <a:gd name="connsiteX6" fmla="*/ 1038225 w 1600200"/>
                <a:gd name="connsiteY6" fmla="*/ 1919069 h 1919069"/>
                <a:gd name="connsiteX7" fmla="*/ 0 w 1600200"/>
                <a:gd name="connsiteY7" fmla="*/ 376019 h 1919069"/>
                <a:gd name="connsiteX8" fmla="*/ 371475 w 1600200"/>
                <a:gd name="connsiteY8" fmla="*/ 1118 h 1919069"/>
                <a:gd name="connsiteX0" fmla="*/ 371475 w 1600200"/>
                <a:gd name="connsiteY0" fmla="*/ 1118 h 1919069"/>
                <a:gd name="connsiteX1" fmla="*/ 568075 w 1600200"/>
                <a:gd name="connsiteY1" fmla="*/ 602876 h 1919069"/>
                <a:gd name="connsiteX2" fmla="*/ 374089 w 1600200"/>
                <a:gd name="connsiteY2" fmla="*/ 646744 h 1919069"/>
                <a:gd name="connsiteX3" fmla="*/ 1019175 w 1600200"/>
                <a:gd name="connsiteY3" fmla="*/ 1499969 h 1919069"/>
                <a:gd name="connsiteX4" fmla="*/ 1219200 w 1600200"/>
                <a:gd name="connsiteY4" fmla="*/ 1299944 h 1919069"/>
                <a:gd name="connsiteX5" fmla="*/ 1600200 w 1600200"/>
                <a:gd name="connsiteY5" fmla="*/ 1728569 h 1919069"/>
                <a:gd name="connsiteX6" fmla="*/ 1038225 w 1600200"/>
                <a:gd name="connsiteY6" fmla="*/ 1919069 h 1919069"/>
                <a:gd name="connsiteX7" fmla="*/ 0 w 1600200"/>
                <a:gd name="connsiteY7" fmla="*/ 376019 h 1919069"/>
                <a:gd name="connsiteX8" fmla="*/ 371475 w 1600200"/>
                <a:gd name="connsiteY8" fmla="*/ 1118 h 1919069"/>
                <a:gd name="connsiteX0" fmla="*/ 371475 w 1600200"/>
                <a:gd name="connsiteY0" fmla="*/ 1118 h 1919069"/>
                <a:gd name="connsiteX1" fmla="*/ 568075 w 1600200"/>
                <a:gd name="connsiteY1" fmla="*/ 602876 h 1919069"/>
                <a:gd name="connsiteX2" fmla="*/ 374089 w 1600200"/>
                <a:gd name="connsiteY2" fmla="*/ 646744 h 1919069"/>
                <a:gd name="connsiteX3" fmla="*/ 1019175 w 1600200"/>
                <a:gd name="connsiteY3" fmla="*/ 1499969 h 1919069"/>
                <a:gd name="connsiteX4" fmla="*/ 1219200 w 1600200"/>
                <a:gd name="connsiteY4" fmla="*/ 1299944 h 1919069"/>
                <a:gd name="connsiteX5" fmla="*/ 1600200 w 1600200"/>
                <a:gd name="connsiteY5" fmla="*/ 1728569 h 1919069"/>
                <a:gd name="connsiteX6" fmla="*/ 1038225 w 1600200"/>
                <a:gd name="connsiteY6" fmla="*/ 1919069 h 1919069"/>
                <a:gd name="connsiteX7" fmla="*/ 0 w 1600200"/>
                <a:gd name="connsiteY7" fmla="*/ 376019 h 1919069"/>
                <a:gd name="connsiteX8" fmla="*/ 371475 w 1600200"/>
                <a:gd name="connsiteY8" fmla="*/ 1118 h 1919069"/>
                <a:gd name="connsiteX0" fmla="*/ 371475 w 1600200"/>
                <a:gd name="connsiteY0" fmla="*/ 1118 h 1919069"/>
                <a:gd name="connsiteX1" fmla="*/ 568075 w 1600200"/>
                <a:gd name="connsiteY1" fmla="*/ 602876 h 1919069"/>
                <a:gd name="connsiteX2" fmla="*/ 374089 w 1600200"/>
                <a:gd name="connsiteY2" fmla="*/ 646744 h 1919069"/>
                <a:gd name="connsiteX3" fmla="*/ 1019175 w 1600200"/>
                <a:gd name="connsiteY3" fmla="*/ 1499969 h 1919069"/>
                <a:gd name="connsiteX4" fmla="*/ 1219200 w 1600200"/>
                <a:gd name="connsiteY4" fmla="*/ 1299944 h 1919069"/>
                <a:gd name="connsiteX5" fmla="*/ 1600200 w 1600200"/>
                <a:gd name="connsiteY5" fmla="*/ 1728569 h 1919069"/>
                <a:gd name="connsiteX6" fmla="*/ 1038225 w 1600200"/>
                <a:gd name="connsiteY6" fmla="*/ 1919069 h 1919069"/>
                <a:gd name="connsiteX7" fmla="*/ 0 w 1600200"/>
                <a:gd name="connsiteY7" fmla="*/ 376019 h 1919069"/>
                <a:gd name="connsiteX8" fmla="*/ 371475 w 1600200"/>
                <a:gd name="connsiteY8" fmla="*/ 1118 h 1919069"/>
                <a:gd name="connsiteX0" fmla="*/ 371475 w 1600200"/>
                <a:gd name="connsiteY0" fmla="*/ 1118 h 1919069"/>
                <a:gd name="connsiteX1" fmla="*/ 568075 w 1600200"/>
                <a:gd name="connsiteY1" fmla="*/ 602876 h 1919069"/>
                <a:gd name="connsiteX2" fmla="*/ 374089 w 1600200"/>
                <a:gd name="connsiteY2" fmla="*/ 646744 h 1919069"/>
                <a:gd name="connsiteX3" fmla="*/ 1019175 w 1600200"/>
                <a:gd name="connsiteY3" fmla="*/ 1499969 h 1919069"/>
                <a:gd name="connsiteX4" fmla="*/ 1219200 w 1600200"/>
                <a:gd name="connsiteY4" fmla="*/ 1299944 h 1919069"/>
                <a:gd name="connsiteX5" fmla="*/ 1600200 w 1600200"/>
                <a:gd name="connsiteY5" fmla="*/ 1728569 h 1919069"/>
                <a:gd name="connsiteX6" fmla="*/ 1038225 w 1600200"/>
                <a:gd name="connsiteY6" fmla="*/ 1919069 h 1919069"/>
                <a:gd name="connsiteX7" fmla="*/ 0 w 1600200"/>
                <a:gd name="connsiteY7" fmla="*/ 376019 h 1919069"/>
                <a:gd name="connsiteX8" fmla="*/ 371475 w 1600200"/>
                <a:gd name="connsiteY8" fmla="*/ 1118 h 1919069"/>
                <a:gd name="connsiteX0" fmla="*/ 371475 w 1600200"/>
                <a:gd name="connsiteY0" fmla="*/ 1118 h 1919069"/>
                <a:gd name="connsiteX1" fmla="*/ 568075 w 1600200"/>
                <a:gd name="connsiteY1" fmla="*/ 602876 h 1919069"/>
                <a:gd name="connsiteX2" fmla="*/ 374089 w 1600200"/>
                <a:gd name="connsiteY2" fmla="*/ 646744 h 1919069"/>
                <a:gd name="connsiteX3" fmla="*/ 1019175 w 1600200"/>
                <a:gd name="connsiteY3" fmla="*/ 1499969 h 1919069"/>
                <a:gd name="connsiteX4" fmla="*/ 1219200 w 1600200"/>
                <a:gd name="connsiteY4" fmla="*/ 1299944 h 1919069"/>
                <a:gd name="connsiteX5" fmla="*/ 1600200 w 1600200"/>
                <a:gd name="connsiteY5" fmla="*/ 1728569 h 1919069"/>
                <a:gd name="connsiteX6" fmla="*/ 1038225 w 1600200"/>
                <a:gd name="connsiteY6" fmla="*/ 1919069 h 1919069"/>
                <a:gd name="connsiteX7" fmla="*/ 0 w 1600200"/>
                <a:gd name="connsiteY7" fmla="*/ 376019 h 1919069"/>
                <a:gd name="connsiteX8" fmla="*/ 371475 w 1600200"/>
                <a:gd name="connsiteY8" fmla="*/ 1118 h 1919069"/>
                <a:gd name="connsiteX0" fmla="*/ 371475 w 1600200"/>
                <a:gd name="connsiteY0" fmla="*/ 1118 h 1919069"/>
                <a:gd name="connsiteX1" fmla="*/ 568075 w 1600200"/>
                <a:gd name="connsiteY1" fmla="*/ 602876 h 1919069"/>
                <a:gd name="connsiteX2" fmla="*/ 374089 w 1600200"/>
                <a:gd name="connsiteY2" fmla="*/ 646744 h 1919069"/>
                <a:gd name="connsiteX3" fmla="*/ 970138 w 1600200"/>
                <a:gd name="connsiteY3" fmla="*/ 1517276 h 1919069"/>
                <a:gd name="connsiteX4" fmla="*/ 1219200 w 1600200"/>
                <a:gd name="connsiteY4" fmla="*/ 1299944 h 1919069"/>
                <a:gd name="connsiteX5" fmla="*/ 1600200 w 1600200"/>
                <a:gd name="connsiteY5" fmla="*/ 1728569 h 1919069"/>
                <a:gd name="connsiteX6" fmla="*/ 1038225 w 1600200"/>
                <a:gd name="connsiteY6" fmla="*/ 1919069 h 1919069"/>
                <a:gd name="connsiteX7" fmla="*/ 0 w 1600200"/>
                <a:gd name="connsiteY7" fmla="*/ 376019 h 1919069"/>
                <a:gd name="connsiteX8" fmla="*/ 371475 w 1600200"/>
                <a:gd name="connsiteY8" fmla="*/ 1118 h 1919069"/>
                <a:gd name="connsiteX0" fmla="*/ 371475 w 1600200"/>
                <a:gd name="connsiteY0" fmla="*/ 1118 h 1919069"/>
                <a:gd name="connsiteX1" fmla="*/ 568075 w 1600200"/>
                <a:gd name="connsiteY1" fmla="*/ 602876 h 1919069"/>
                <a:gd name="connsiteX2" fmla="*/ 374089 w 1600200"/>
                <a:gd name="connsiteY2" fmla="*/ 646744 h 1919069"/>
                <a:gd name="connsiteX3" fmla="*/ 1010522 w 1600200"/>
                <a:gd name="connsiteY3" fmla="*/ 1534584 h 1919069"/>
                <a:gd name="connsiteX4" fmla="*/ 1219200 w 1600200"/>
                <a:gd name="connsiteY4" fmla="*/ 1299944 h 1919069"/>
                <a:gd name="connsiteX5" fmla="*/ 1600200 w 1600200"/>
                <a:gd name="connsiteY5" fmla="*/ 1728569 h 1919069"/>
                <a:gd name="connsiteX6" fmla="*/ 1038225 w 1600200"/>
                <a:gd name="connsiteY6" fmla="*/ 1919069 h 1919069"/>
                <a:gd name="connsiteX7" fmla="*/ 0 w 1600200"/>
                <a:gd name="connsiteY7" fmla="*/ 376019 h 1919069"/>
                <a:gd name="connsiteX8" fmla="*/ 371475 w 1600200"/>
                <a:gd name="connsiteY8" fmla="*/ 1118 h 1919069"/>
                <a:gd name="connsiteX0" fmla="*/ 371475 w 1600200"/>
                <a:gd name="connsiteY0" fmla="*/ 1118 h 1919069"/>
                <a:gd name="connsiteX1" fmla="*/ 568075 w 1600200"/>
                <a:gd name="connsiteY1" fmla="*/ 602876 h 1919069"/>
                <a:gd name="connsiteX2" fmla="*/ 374089 w 1600200"/>
                <a:gd name="connsiteY2" fmla="*/ 646744 h 1919069"/>
                <a:gd name="connsiteX3" fmla="*/ 996099 w 1600200"/>
                <a:gd name="connsiteY3" fmla="*/ 1546122 h 1919069"/>
                <a:gd name="connsiteX4" fmla="*/ 1219200 w 1600200"/>
                <a:gd name="connsiteY4" fmla="*/ 1299944 h 1919069"/>
                <a:gd name="connsiteX5" fmla="*/ 1600200 w 1600200"/>
                <a:gd name="connsiteY5" fmla="*/ 1728569 h 1919069"/>
                <a:gd name="connsiteX6" fmla="*/ 1038225 w 1600200"/>
                <a:gd name="connsiteY6" fmla="*/ 1919069 h 1919069"/>
                <a:gd name="connsiteX7" fmla="*/ 0 w 1600200"/>
                <a:gd name="connsiteY7" fmla="*/ 376019 h 1919069"/>
                <a:gd name="connsiteX8" fmla="*/ 371475 w 1600200"/>
                <a:gd name="connsiteY8" fmla="*/ 1118 h 1919069"/>
                <a:gd name="connsiteX0" fmla="*/ 371475 w 1600200"/>
                <a:gd name="connsiteY0" fmla="*/ 1118 h 1919069"/>
                <a:gd name="connsiteX1" fmla="*/ 568075 w 1600200"/>
                <a:gd name="connsiteY1" fmla="*/ 602876 h 1919069"/>
                <a:gd name="connsiteX2" fmla="*/ 374089 w 1600200"/>
                <a:gd name="connsiteY2" fmla="*/ 646744 h 1919069"/>
                <a:gd name="connsiteX3" fmla="*/ 987445 w 1600200"/>
                <a:gd name="connsiteY3" fmla="*/ 1528815 h 1919069"/>
                <a:gd name="connsiteX4" fmla="*/ 1219200 w 1600200"/>
                <a:gd name="connsiteY4" fmla="*/ 1299944 h 1919069"/>
                <a:gd name="connsiteX5" fmla="*/ 1600200 w 1600200"/>
                <a:gd name="connsiteY5" fmla="*/ 1728569 h 1919069"/>
                <a:gd name="connsiteX6" fmla="*/ 1038225 w 1600200"/>
                <a:gd name="connsiteY6" fmla="*/ 1919069 h 1919069"/>
                <a:gd name="connsiteX7" fmla="*/ 0 w 1600200"/>
                <a:gd name="connsiteY7" fmla="*/ 376019 h 1919069"/>
                <a:gd name="connsiteX8" fmla="*/ 371475 w 1600200"/>
                <a:gd name="connsiteY8" fmla="*/ 1118 h 1919069"/>
                <a:gd name="connsiteX0" fmla="*/ 371475 w 1600200"/>
                <a:gd name="connsiteY0" fmla="*/ 1118 h 1919069"/>
                <a:gd name="connsiteX1" fmla="*/ 568075 w 1600200"/>
                <a:gd name="connsiteY1" fmla="*/ 602876 h 1919069"/>
                <a:gd name="connsiteX2" fmla="*/ 374089 w 1600200"/>
                <a:gd name="connsiteY2" fmla="*/ 646744 h 1919069"/>
                <a:gd name="connsiteX3" fmla="*/ 987445 w 1600200"/>
                <a:gd name="connsiteY3" fmla="*/ 1528815 h 1919069"/>
                <a:gd name="connsiteX4" fmla="*/ 1219200 w 1600200"/>
                <a:gd name="connsiteY4" fmla="*/ 1299944 h 1919069"/>
                <a:gd name="connsiteX5" fmla="*/ 1600200 w 1600200"/>
                <a:gd name="connsiteY5" fmla="*/ 1728569 h 1919069"/>
                <a:gd name="connsiteX6" fmla="*/ 1038225 w 1600200"/>
                <a:gd name="connsiteY6" fmla="*/ 1919069 h 1919069"/>
                <a:gd name="connsiteX7" fmla="*/ 0 w 1600200"/>
                <a:gd name="connsiteY7" fmla="*/ 376019 h 1919069"/>
                <a:gd name="connsiteX8" fmla="*/ 371475 w 1600200"/>
                <a:gd name="connsiteY8" fmla="*/ 1118 h 1919069"/>
                <a:gd name="connsiteX0" fmla="*/ 371475 w 1600200"/>
                <a:gd name="connsiteY0" fmla="*/ 1118 h 1919069"/>
                <a:gd name="connsiteX1" fmla="*/ 568075 w 1600200"/>
                <a:gd name="connsiteY1" fmla="*/ 602876 h 1919069"/>
                <a:gd name="connsiteX2" fmla="*/ 374089 w 1600200"/>
                <a:gd name="connsiteY2" fmla="*/ 646744 h 1919069"/>
                <a:gd name="connsiteX3" fmla="*/ 987445 w 1600200"/>
                <a:gd name="connsiteY3" fmla="*/ 1528815 h 1919069"/>
                <a:gd name="connsiteX4" fmla="*/ 1219200 w 1600200"/>
                <a:gd name="connsiteY4" fmla="*/ 1299944 h 1919069"/>
                <a:gd name="connsiteX5" fmla="*/ 1600200 w 1600200"/>
                <a:gd name="connsiteY5" fmla="*/ 1728569 h 1919069"/>
                <a:gd name="connsiteX6" fmla="*/ 1038225 w 1600200"/>
                <a:gd name="connsiteY6" fmla="*/ 1919069 h 1919069"/>
                <a:gd name="connsiteX7" fmla="*/ 0 w 1600200"/>
                <a:gd name="connsiteY7" fmla="*/ 376019 h 1919069"/>
                <a:gd name="connsiteX8" fmla="*/ 371475 w 1600200"/>
                <a:gd name="connsiteY8" fmla="*/ 1118 h 1919069"/>
                <a:gd name="connsiteX0" fmla="*/ 371475 w 1600200"/>
                <a:gd name="connsiteY0" fmla="*/ 1118 h 1919069"/>
                <a:gd name="connsiteX1" fmla="*/ 568075 w 1600200"/>
                <a:gd name="connsiteY1" fmla="*/ 602876 h 1919069"/>
                <a:gd name="connsiteX2" fmla="*/ 374089 w 1600200"/>
                <a:gd name="connsiteY2" fmla="*/ 646744 h 1919069"/>
                <a:gd name="connsiteX3" fmla="*/ 987445 w 1600200"/>
                <a:gd name="connsiteY3" fmla="*/ 1528815 h 1919069"/>
                <a:gd name="connsiteX4" fmla="*/ 1219200 w 1600200"/>
                <a:gd name="connsiteY4" fmla="*/ 1299944 h 1919069"/>
                <a:gd name="connsiteX5" fmla="*/ 1600200 w 1600200"/>
                <a:gd name="connsiteY5" fmla="*/ 1728569 h 1919069"/>
                <a:gd name="connsiteX6" fmla="*/ 1038225 w 1600200"/>
                <a:gd name="connsiteY6" fmla="*/ 1919069 h 1919069"/>
                <a:gd name="connsiteX7" fmla="*/ 0 w 1600200"/>
                <a:gd name="connsiteY7" fmla="*/ 376019 h 1919069"/>
                <a:gd name="connsiteX8" fmla="*/ 371475 w 1600200"/>
                <a:gd name="connsiteY8" fmla="*/ 1118 h 1919069"/>
                <a:gd name="connsiteX0" fmla="*/ 371475 w 1600200"/>
                <a:gd name="connsiteY0" fmla="*/ 1118 h 1919069"/>
                <a:gd name="connsiteX1" fmla="*/ 568075 w 1600200"/>
                <a:gd name="connsiteY1" fmla="*/ 602876 h 1919069"/>
                <a:gd name="connsiteX2" fmla="*/ 374089 w 1600200"/>
                <a:gd name="connsiteY2" fmla="*/ 646744 h 1919069"/>
                <a:gd name="connsiteX3" fmla="*/ 987445 w 1600200"/>
                <a:gd name="connsiteY3" fmla="*/ 1528815 h 1919069"/>
                <a:gd name="connsiteX4" fmla="*/ 1173048 w 1600200"/>
                <a:gd name="connsiteY4" fmla="*/ 1311482 h 1919069"/>
                <a:gd name="connsiteX5" fmla="*/ 1600200 w 1600200"/>
                <a:gd name="connsiteY5" fmla="*/ 1728569 h 1919069"/>
                <a:gd name="connsiteX6" fmla="*/ 1038225 w 1600200"/>
                <a:gd name="connsiteY6" fmla="*/ 1919069 h 1919069"/>
                <a:gd name="connsiteX7" fmla="*/ 0 w 1600200"/>
                <a:gd name="connsiteY7" fmla="*/ 376019 h 1919069"/>
                <a:gd name="connsiteX8" fmla="*/ 371475 w 1600200"/>
                <a:gd name="connsiteY8" fmla="*/ 1118 h 1919069"/>
                <a:gd name="connsiteX0" fmla="*/ 371475 w 1600200"/>
                <a:gd name="connsiteY0" fmla="*/ 1118 h 1919069"/>
                <a:gd name="connsiteX1" fmla="*/ 568075 w 1600200"/>
                <a:gd name="connsiteY1" fmla="*/ 602876 h 1919069"/>
                <a:gd name="connsiteX2" fmla="*/ 374089 w 1600200"/>
                <a:gd name="connsiteY2" fmla="*/ 646744 h 1919069"/>
                <a:gd name="connsiteX3" fmla="*/ 987445 w 1600200"/>
                <a:gd name="connsiteY3" fmla="*/ 1528815 h 1919069"/>
                <a:gd name="connsiteX4" fmla="*/ 1173048 w 1600200"/>
                <a:gd name="connsiteY4" fmla="*/ 1311482 h 1919069"/>
                <a:gd name="connsiteX5" fmla="*/ 1600200 w 1600200"/>
                <a:gd name="connsiteY5" fmla="*/ 1728569 h 1919069"/>
                <a:gd name="connsiteX6" fmla="*/ 1038225 w 1600200"/>
                <a:gd name="connsiteY6" fmla="*/ 1919069 h 1919069"/>
                <a:gd name="connsiteX7" fmla="*/ 0 w 1600200"/>
                <a:gd name="connsiteY7" fmla="*/ 376019 h 1919069"/>
                <a:gd name="connsiteX8" fmla="*/ 371475 w 1600200"/>
                <a:gd name="connsiteY8" fmla="*/ 1118 h 1919069"/>
                <a:gd name="connsiteX0" fmla="*/ 371475 w 1600200"/>
                <a:gd name="connsiteY0" fmla="*/ 1118 h 1919069"/>
                <a:gd name="connsiteX1" fmla="*/ 568075 w 1600200"/>
                <a:gd name="connsiteY1" fmla="*/ 602876 h 1919069"/>
                <a:gd name="connsiteX2" fmla="*/ 374089 w 1600200"/>
                <a:gd name="connsiteY2" fmla="*/ 646744 h 1919069"/>
                <a:gd name="connsiteX3" fmla="*/ 987445 w 1600200"/>
                <a:gd name="connsiteY3" fmla="*/ 1528815 h 1919069"/>
                <a:gd name="connsiteX4" fmla="*/ 1173048 w 1600200"/>
                <a:gd name="connsiteY4" fmla="*/ 1311482 h 1919069"/>
                <a:gd name="connsiteX5" fmla="*/ 1600200 w 1600200"/>
                <a:gd name="connsiteY5" fmla="*/ 1728569 h 1919069"/>
                <a:gd name="connsiteX6" fmla="*/ 1038225 w 1600200"/>
                <a:gd name="connsiteY6" fmla="*/ 1919069 h 1919069"/>
                <a:gd name="connsiteX7" fmla="*/ 0 w 1600200"/>
                <a:gd name="connsiteY7" fmla="*/ 376019 h 1919069"/>
                <a:gd name="connsiteX8" fmla="*/ 371475 w 1600200"/>
                <a:gd name="connsiteY8" fmla="*/ 1118 h 1919069"/>
                <a:gd name="connsiteX0" fmla="*/ 371475 w 1600200"/>
                <a:gd name="connsiteY0" fmla="*/ 1118 h 1919069"/>
                <a:gd name="connsiteX1" fmla="*/ 568075 w 1600200"/>
                <a:gd name="connsiteY1" fmla="*/ 602876 h 1919069"/>
                <a:gd name="connsiteX2" fmla="*/ 374089 w 1600200"/>
                <a:gd name="connsiteY2" fmla="*/ 646744 h 1919069"/>
                <a:gd name="connsiteX3" fmla="*/ 987445 w 1600200"/>
                <a:gd name="connsiteY3" fmla="*/ 1528815 h 1919069"/>
                <a:gd name="connsiteX4" fmla="*/ 1173048 w 1600200"/>
                <a:gd name="connsiteY4" fmla="*/ 1311482 h 1919069"/>
                <a:gd name="connsiteX5" fmla="*/ 1600200 w 1600200"/>
                <a:gd name="connsiteY5" fmla="*/ 1728569 h 1919069"/>
                <a:gd name="connsiteX6" fmla="*/ 1038225 w 1600200"/>
                <a:gd name="connsiteY6" fmla="*/ 1919069 h 1919069"/>
                <a:gd name="connsiteX7" fmla="*/ 0 w 1600200"/>
                <a:gd name="connsiteY7" fmla="*/ 376019 h 1919069"/>
                <a:gd name="connsiteX8" fmla="*/ 371475 w 1600200"/>
                <a:gd name="connsiteY8" fmla="*/ 1118 h 1919069"/>
                <a:gd name="connsiteX0" fmla="*/ 371475 w 1588662"/>
                <a:gd name="connsiteY0" fmla="*/ 1118 h 1919069"/>
                <a:gd name="connsiteX1" fmla="*/ 568075 w 1588662"/>
                <a:gd name="connsiteY1" fmla="*/ 602876 h 1919069"/>
                <a:gd name="connsiteX2" fmla="*/ 374089 w 1588662"/>
                <a:gd name="connsiteY2" fmla="*/ 646744 h 1919069"/>
                <a:gd name="connsiteX3" fmla="*/ 987445 w 1588662"/>
                <a:gd name="connsiteY3" fmla="*/ 1528815 h 1919069"/>
                <a:gd name="connsiteX4" fmla="*/ 1173048 w 1588662"/>
                <a:gd name="connsiteY4" fmla="*/ 1311482 h 1919069"/>
                <a:gd name="connsiteX5" fmla="*/ 1588662 w 1588662"/>
                <a:gd name="connsiteY5" fmla="*/ 1699723 h 1919069"/>
                <a:gd name="connsiteX6" fmla="*/ 1038225 w 1588662"/>
                <a:gd name="connsiteY6" fmla="*/ 1919069 h 1919069"/>
                <a:gd name="connsiteX7" fmla="*/ 0 w 1588662"/>
                <a:gd name="connsiteY7" fmla="*/ 376019 h 1919069"/>
                <a:gd name="connsiteX8" fmla="*/ 371475 w 1588662"/>
                <a:gd name="connsiteY8" fmla="*/ 1118 h 1919069"/>
                <a:gd name="connsiteX0" fmla="*/ 371475 w 1600166"/>
                <a:gd name="connsiteY0" fmla="*/ 1118 h 1919069"/>
                <a:gd name="connsiteX1" fmla="*/ 568075 w 1600166"/>
                <a:gd name="connsiteY1" fmla="*/ 602876 h 1919069"/>
                <a:gd name="connsiteX2" fmla="*/ 374089 w 1600166"/>
                <a:gd name="connsiteY2" fmla="*/ 646744 h 1919069"/>
                <a:gd name="connsiteX3" fmla="*/ 987445 w 1600166"/>
                <a:gd name="connsiteY3" fmla="*/ 1528815 h 1919069"/>
                <a:gd name="connsiteX4" fmla="*/ 1173048 w 1600166"/>
                <a:gd name="connsiteY4" fmla="*/ 1311482 h 1919069"/>
                <a:gd name="connsiteX5" fmla="*/ 1588662 w 1600166"/>
                <a:gd name="connsiteY5" fmla="*/ 1699723 h 1919069"/>
                <a:gd name="connsiteX6" fmla="*/ 1038225 w 1600166"/>
                <a:gd name="connsiteY6" fmla="*/ 1919069 h 1919069"/>
                <a:gd name="connsiteX7" fmla="*/ 0 w 1600166"/>
                <a:gd name="connsiteY7" fmla="*/ 376019 h 1919069"/>
                <a:gd name="connsiteX8" fmla="*/ 371475 w 1600166"/>
                <a:gd name="connsiteY8" fmla="*/ 1118 h 1919069"/>
                <a:gd name="connsiteX0" fmla="*/ 371475 w 1600166"/>
                <a:gd name="connsiteY0" fmla="*/ 1118 h 1919069"/>
                <a:gd name="connsiteX1" fmla="*/ 568075 w 1600166"/>
                <a:gd name="connsiteY1" fmla="*/ 602876 h 1919069"/>
                <a:gd name="connsiteX2" fmla="*/ 374089 w 1600166"/>
                <a:gd name="connsiteY2" fmla="*/ 646744 h 1919069"/>
                <a:gd name="connsiteX3" fmla="*/ 987445 w 1600166"/>
                <a:gd name="connsiteY3" fmla="*/ 1528815 h 1919069"/>
                <a:gd name="connsiteX4" fmla="*/ 1173048 w 1600166"/>
                <a:gd name="connsiteY4" fmla="*/ 1311482 h 1919069"/>
                <a:gd name="connsiteX5" fmla="*/ 1588662 w 1600166"/>
                <a:gd name="connsiteY5" fmla="*/ 1699723 h 1919069"/>
                <a:gd name="connsiteX6" fmla="*/ 1038225 w 1600166"/>
                <a:gd name="connsiteY6" fmla="*/ 1919069 h 1919069"/>
                <a:gd name="connsiteX7" fmla="*/ 0 w 1600166"/>
                <a:gd name="connsiteY7" fmla="*/ 376019 h 1919069"/>
                <a:gd name="connsiteX8" fmla="*/ 371475 w 1600166"/>
                <a:gd name="connsiteY8" fmla="*/ 1118 h 1919069"/>
                <a:gd name="connsiteX0" fmla="*/ 371475 w 1596260"/>
                <a:gd name="connsiteY0" fmla="*/ 1118 h 1919069"/>
                <a:gd name="connsiteX1" fmla="*/ 568075 w 1596260"/>
                <a:gd name="connsiteY1" fmla="*/ 602876 h 1919069"/>
                <a:gd name="connsiteX2" fmla="*/ 374089 w 1596260"/>
                <a:gd name="connsiteY2" fmla="*/ 646744 h 1919069"/>
                <a:gd name="connsiteX3" fmla="*/ 987445 w 1596260"/>
                <a:gd name="connsiteY3" fmla="*/ 1528815 h 1919069"/>
                <a:gd name="connsiteX4" fmla="*/ 1173048 w 1596260"/>
                <a:gd name="connsiteY4" fmla="*/ 1311482 h 1919069"/>
                <a:gd name="connsiteX5" fmla="*/ 1588662 w 1596260"/>
                <a:gd name="connsiteY5" fmla="*/ 1699723 h 1919069"/>
                <a:gd name="connsiteX6" fmla="*/ 1038225 w 1596260"/>
                <a:gd name="connsiteY6" fmla="*/ 1919069 h 1919069"/>
                <a:gd name="connsiteX7" fmla="*/ 0 w 1596260"/>
                <a:gd name="connsiteY7" fmla="*/ 376019 h 1919069"/>
                <a:gd name="connsiteX8" fmla="*/ 371475 w 1596260"/>
                <a:gd name="connsiteY8" fmla="*/ 1118 h 1919069"/>
                <a:gd name="connsiteX0" fmla="*/ 371475 w 1596260"/>
                <a:gd name="connsiteY0" fmla="*/ 1118 h 1919069"/>
                <a:gd name="connsiteX1" fmla="*/ 568075 w 1596260"/>
                <a:gd name="connsiteY1" fmla="*/ 602876 h 1919069"/>
                <a:gd name="connsiteX2" fmla="*/ 374089 w 1596260"/>
                <a:gd name="connsiteY2" fmla="*/ 646744 h 1919069"/>
                <a:gd name="connsiteX3" fmla="*/ 987445 w 1596260"/>
                <a:gd name="connsiteY3" fmla="*/ 1528815 h 1919069"/>
                <a:gd name="connsiteX4" fmla="*/ 1173048 w 1596260"/>
                <a:gd name="connsiteY4" fmla="*/ 1311482 h 1919069"/>
                <a:gd name="connsiteX5" fmla="*/ 1588662 w 1596260"/>
                <a:gd name="connsiteY5" fmla="*/ 1699723 h 1919069"/>
                <a:gd name="connsiteX6" fmla="*/ 1038225 w 1596260"/>
                <a:gd name="connsiteY6" fmla="*/ 1919069 h 1919069"/>
                <a:gd name="connsiteX7" fmla="*/ 0 w 1596260"/>
                <a:gd name="connsiteY7" fmla="*/ 376019 h 1919069"/>
                <a:gd name="connsiteX8" fmla="*/ 371475 w 1596260"/>
                <a:gd name="connsiteY8" fmla="*/ 1118 h 1919069"/>
                <a:gd name="connsiteX0" fmla="*/ 371475 w 1596260"/>
                <a:gd name="connsiteY0" fmla="*/ 1118 h 1946976"/>
                <a:gd name="connsiteX1" fmla="*/ 568075 w 1596260"/>
                <a:gd name="connsiteY1" fmla="*/ 602876 h 1946976"/>
                <a:gd name="connsiteX2" fmla="*/ 374089 w 1596260"/>
                <a:gd name="connsiteY2" fmla="*/ 646744 h 1946976"/>
                <a:gd name="connsiteX3" fmla="*/ 987445 w 1596260"/>
                <a:gd name="connsiteY3" fmla="*/ 1528815 h 1946976"/>
                <a:gd name="connsiteX4" fmla="*/ 1173048 w 1596260"/>
                <a:gd name="connsiteY4" fmla="*/ 1311482 h 1946976"/>
                <a:gd name="connsiteX5" fmla="*/ 1588662 w 1596260"/>
                <a:gd name="connsiteY5" fmla="*/ 1699723 h 1946976"/>
                <a:gd name="connsiteX6" fmla="*/ 1038225 w 1596260"/>
                <a:gd name="connsiteY6" fmla="*/ 1919069 h 1946976"/>
                <a:gd name="connsiteX7" fmla="*/ 0 w 1596260"/>
                <a:gd name="connsiteY7" fmla="*/ 376019 h 1946976"/>
                <a:gd name="connsiteX8" fmla="*/ 371475 w 1596260"/>
                <a:gd name="connsiteY8" fmla="*/ 1118 h 1946976"/>
                <a:gd name="connsiteX0" fmla="*/ 357053 w 1581838"/>
                <a:gd name="connsiteY0" fmla="*/ 1118 h 1946976"/>
                <a:gd name="connsiteX1" fmla="*/ 553653 w 1581838"/>
                <a:gd name="connsiteY1" fmla="*/ 602876 h 1946976"/>
                <a:gd name="connsiteX2" fmla="*/ 359667 w 1581838"/>
                <a:gd name="connsiteY2" fmla="*/ 646744 h 1946976"/>
                <a:gd name="connsiteX3" fmla="*/ 973023 w 1581838"/>
                <a:gd name="connsiteY3" fmla="*/ 1528815 h 1946976"/>
                <a:gd name="connsiteX4" fmla="*/ 1158626 w 1581838"/>
                <a:gd name="connsiteY4" fmla="*/ 1311482 h 1946976"/>
                <a:gd name="connsiteX5" fmla="*/ 1574240 w 1581838"/>
                <a:gd name="connsiteY5" fmla="*/ 1699723 h 1946976"/>
                <a:gd name="connsiteX6" fmla="*/ 1023803 w 1581838"/>
                <a:gd name="connsiteY6" fmla="*/ 1919069 h 1946976"/>
                <a:gd name="connsiteX7" fmla="*/ 0 w 1581838"/>
                <a:gd name="connsiteY7" fmla="*/ 378903 h 1946976"/>
                <a:gd name="connsiteX8" fmla="*/ 357053 w 1581838"/>
                <a:gd name="connsiteY8" fmla="*/ 1118 h 1946976"/>
                <a:gd name="connsiteX0" fmla="*/ 357053 w 1581838"/>
                <a:gd name="connsiteY0" fmla="*/ 1118 h 1946976"/>
                <a:gd name="connsiteX1" fmla="*/ 553653 w 1581838"/>
                <a:gd name="connsiteY1" fmla="*/ 602876 h 1946976"/>
                <a:gd name="connsiteX2" fmla="*/ 359667 w 1581838"/>
                <a:gd name="connsiteY2" fmla="*/ 646744 h 1946976"/>
                <a:gd name="connsiteX3" fmla="*/ 973023 w 1581838"/>
                <a:gd name="connsiteY3" fmla="*/ 1528815 h 1946976"/>
                <a:gd name="connsiteX4" fmla="*/ 1158626 w 1581838"/>
                <a:gd name="connsiteY4" fmla="*/ 1311482 h 1946976"/>
                <a:gd name="connsiteX5" fmla="*/ 1574240 w 1581838"/>
                <a:gd name="connsiteY5" fmla="*/ 1699723 h 1946976"/>
                <a:gd name="connsiteX6" fmla="*/ 1023803 w 1581838"/>
                <a:gd name="connsiteY6" fmla="*/ 1919069 h 1946976"/>
                <a:gd name="connsiteX7" fmla="*/ 0 w 1581838"/>
                <a:gd name="connsiteY7" fmla="*/ 378903 h 1946976"/>
                <a:gd name="connsiteX8" fmla="*/ 357053 w 1581838"/>
                <a:gd name="connsiteY8" fmla="*/ 1118 h 1946976"/>
                <a:gd name="connsiteX0" fmla="*/ 357053 w 1581838"/>
                <a:gd name="connsiteY0" fmla="*/ 1118 h 1946976"/>
                <a:gd name="connsiteX1" fmla="*/ 553653 w 1581838"/>
                <a:gd name="connsiteY1" fmla="*/ 602876 h 1946976"/>
                <a:gd name="connsiteX2" fmla="*/ 359667 w 1581838"/>
                <a:gd name="connsiteY2" fmla="*/ 646744 h 1946976"/>
                <a:gd name="connsiteX3" fmla="*/ 973023 w 1581838"/>
                <a:gd name="connsiteY3" fmla="*/ 1528815 h 1946976"/>
                <a:gd name="connsiteX4" fmla="*/ 1158626 w 1581838"/>
                <a:gd name="connsiteY4" fmla="*/ 1311482 h 1946976"/>
                <a:gd name="connsiteX5" fmla="*/ 1574240 w 1581838"/>
                <a:gd name="connsiteY5" fmla="*/ 1699723 h 1946976"/>
                <a:gd name="connsiteX6" fmla="*/ 1023803 w 1581838"/>
                <a:gd name="connsiteY6" fmla="*/ 1919069 h 1946976"/>
                <a:gd name="connsiteX7" fmla="*/ 0 w 1581838"/>
                <a:gd name="connsiteY7" fmla="*/ 378903 h 1946976"/>
                <a:gd name="connsiteX8" fmla="*/ 357053 w 1581838"/>
                <a:gd name="connsiteY8" fmla="*/ 1118 h 1946976"/>
                <a:gd name="connsiteX0" fmla="*/ 333976 w 1558761"/>
                <a:gd name="connsiteY0" fmla="*/ 1118 h 1946976"/>
                <a:gd name="connsiteX1" fmla="*/ 530576 w 1558761"/>
                <a:gd name="connsiteY1" fmla="*/ 602876 h 1946976"/>
                <a:gd name="connsiteX2" fmla="*/ 336590 w 1558761"/>
                <a:gd name="connsiteY2" fmla="*/ 646744 h 1946976"/>
                <a:gd name="connsiteX3" fmla="*/ 949946 w 1558761"/>
                <a:gd name="connsiteY3" fmla="*/ 1528815 h 1946976"/>
                <a:gd name="connsiteX4" fmla="*/ 1135549 w 1558761"/>
                <a:gd name="connsiteY4" fmla="*/ 1311482 h 1946976"/>
                <a:gd name="connsiteX5" fmla="*/ 1551163 w 1558761"/>
                <a:gd name="connsiteY5" fmla="*/ 1699723 h 1946976"/>
                <a:gd name="connsiteX6" fmla="*/ 1000726 w 1558761"/>
                <a:gd name="connsiteY6" fmla="*/ 1919069 h 1946976"/>
                <a:gd name="connsiteX7" fmla="*/ 0 w 1558761"/>
                <a:gd name="connsiteY7" fmla="*/ 390441 h 1946976"/>
                <a:gd name="connsiteX8" fmla="*/ 333976 w 1558761"/>
                <a:gd name="connsiteY8" fmla="*/ 1118 h 1946976"/>
                <a:gd name="connsiteX0" fmla="*/ 335877 w 1560662"/>
                <a:gd name="connsiteY0" fmla="*/ 1118 h 1946976"/>
                <a:gd name="connsiteX1" fmla="*/ 532477 w 1560662"/>
                <a:gd name="connsiteY1" fmla="*/ 602876 h 1946976"/>
                <a:gd name="connsiteX2" fmla="*/ 338491 w 1560662"/>
                <a:gd name="connsiteY2" fmla="*/ 646744 h 1946976"/>
                <a:gd name="connsiteX3" fmla="*/ 951847 w 1560662"/>
                <a:gd name="connsiteY3" fmla="*/ 1528815 h 1946976"/>
                <a:gd name="connsiteX4" fmla="*/ 1137450 w 1560662"/>
                <a:gd name="connsiteY4" fmla="*/ 1311482 h 1946976"/>
                <a:gd name="connsiteX5" fmla="*/ 1553064 w 1560662"/>
                <a:gd name="connsiteY5" fmla="*/ 1699723 h 1946976"/>
                <a:gd name="connsiteX6" fmla="*/ 1002627 w 1560662"/>
                <a:gd name="connsiteY6" fmla="*/ 1919069 h 1946976"/>
                <a:gd name="connsiteX7" fmla="*/ 1901 w 1560662"/>
                <a:gd name="connsiteY7" fmla="*/ 390441 h 1946976"/>
                <a:gd name="connsiteX8" fmla="*/ 335877 w 1560662"/>
                <a:gd name="connsiteY8" fmla="*/ 1118 h 1946976"/>
                <a:gd name="connsiteX0" fmla="*/ 335877 w 1560662"/>
                <a:gd name="connsiteY0" fmla="*/ 1118 h 1946976"/>
                <a:gd name="connsiteX1" fmla="*/ 532477 w 1560662"/>
                <a:gd name="connsiteY1" fmla="*/ 602876 h 1946976"/>
                <a:gd name="connsiteX2" fmla="*/ 338491 w 1560662"/>
                <a:gd name="connsiteY2" fmla="*/ 646744 h 1946976"/>
                <a:gd name="connsiteX3" fmla="*/ 951847 w 1560662"/>
                <a:gd name="connsiteY3" fmla="*/ 1528815 h 1946976"/>
                <a:gd name="connsiteX4" fmla="*/ 1137450 w 1560662"/>
                <a:gd name="connsiteY4" fmla="*/ 1311482 h 1946976"/>
                <a:gd name="connsiteX5" fmla="*/ 1553064 w 1560662"/>
                <a:gd name="connsiteY5" fmla="*/ 1699723 h 1946976"/>
                <a:gd name="connsiteX6" fmla="*/ 1002627 w 1560662"/>
                <a:gd name="connsiteY6" fmla="*/ 1919069 h 1946976"/>
                <a:gd name="connsiteX7" fmla="*/ 1901 w 1560662"/>
                <a:gd name="connsiteY7" fmla="*/ 390441 h 1946976"/>
                <a:gd name="connsiteX8" fmla="*/ 335877 w 1560662"/>
                <a:gd name="connsiteY8" fmla="*/ 1118 h 1946976"/>
                <a:gd name="connsiteX0" fmla="*/ 335877 w 1560662"/>
                <a:gd name="connsiteY0" fmla="*/ 1118 h 1946976"/>
                <a:gd name="connsiteX1" fmla="*/ 532477 w 1560662"/>
                <a:gd name="connsiteY1" fmla="*/ 602876 h 1946976"/>
                <a:gd name="connsiteX2" fmla="*/ 338491 w 1560662"/>
                <a:gd name="connsiteY2" fmla="*/ 646744 h 1946976"/>
                <a:gd name="connsiteX3" fmla="*/ 951847 w 1560662"/>
                <a:gd name="connsiteY3" fmla="*/ 1528815 h 1946976"/>
                <a:gd name="connsiteX4" fmla="*/ 1137450 w 1560662"/>
                <a:gd name="connsiteY4" fmla="*/ 1311482 h 1946976"/>
                <a:gd name="connsiteX5" fmla="*/ 1553064 w 1560662"/>
                <a:gd name="connsiteY5" fmla="*/ 1699723 h 1946976"/>
                <a:gd name="connsiteX6" fmla="*/ 1002627 w 1560662"/>
                <a:gd name="connsiteY6" fmla="*/ 1919069 h 1946976"/>
                <a:gd name="connsiteX7" fmla="*/ 1901 w 1560662"/>
                <a:gd name="connsiteY7" fmla="*/ 390441 h 1946976"/>
                <a:gd name="connsiteX8" fmla="*/ 335877 w 1560662"/>
                <a:gd name="connsiteY8" fmla="*/ 1118 h 1946976"/>
                <a:gd name="connsiteX0" fmla="*/ 335877 w 1560662"/>
                <a:gd name="connsiteY0" fmla="*/ 1118 h 1946976"/>
                <a:gd name="connsiteX1" fmla="*/ 532477 w 1560662"/>
                <a:gd name="connsiteY1" fmla="*/ 602876 h 1946976"/>
                <a:gd name="connsiteX2" fmla="*/ 344260 w 1560662"/>
                <a:gd name="connsiteY2" fmla="*/ 655398 h 1946976"/>
                <a:gd name="connsiteX3" fmla="*/ 951847 w 1560662"/>
                <a:gd name="connsiteY3" fmla="*/ 1528815 h 1946976"/>
                <a:gd name="connsiteX4" fmla="*/ 1137450 w 1560662"/>
                <a:gd name="connsiteY4" fmla="*/ 1311482 h 1946976"/>
                <a:gd name="connsiteX5" fmla="*/ 1553064 w 1560662"/>
                <a:gd name="connsiteY5" fmla="*/ 1699723 h 1946976"/>
                <a:gd name="connsiteX6" fmla="*/ 1002627 w 1560662"/>
                <a:gd name="connsiteY6" fmla="*/ 1919069 h 1946976"/>
                <a:gd name="connsiteX7" fmla="*/ 1901 w 1560662"/>
                <a:gd name="connsiteY7" fmla="*/ 390441 h 1946976"/>
                <a:gd name="connsiteX8" fmla="*/ 335877 w 1560662"/>
                <a:gd name="connsiteY8" fmla="*/ 1118 h 1946976"/>
                <a:gd name="connsiteX0" fmla="*/ 335877 w 1560662"/>
                <a:gd name="connsiteY0" fmla="*/ 196 h 1946054"/>
                <a:gd name="connsiteX1" fmla="*/ 532477 w 1560662"/>
                <a:gd name="connsiteY1" fmla="*/ 601954 h 1946054"/>
                <a:gd name="connsiteX2" fmla="*/ 344260 w 1560662"/>
                <a:gd name="connsiteY2" fmla="*/ 654476 h 1946054"/>
                <a:gd name="connsiteX3" fmla="*/ 951847 w 1560662"/>
                <a:gd name="connsiteY3" fmla="*/ 1527893 h 1946054"/>
                <a:gd name="connsiteX4" fmla="*/ 1137450 w 1560662"/>
                <a:gd name="connsiteY4" fmla="*/ 1310560 h 1946054"/>
                <a:gd name="connsiteX5" fmla="*/ 1553064 w 1560662"/>
                <a:gd name="connsiteY5" fmla="*/ 1698801 h 1946054"/>
                <a:gd name="connsiteX6" fmla="*/ 1002627 w 1560662"/>
                <a:gd name="connsiteY6" fmla="*/ 1918147 h 1946054"/>
                <a:gd name="connsiteX7" fmla="*/ 1901 w 1560662"/>
                <a:gd name="connsiteY7" fmla="*/ 389519 h 1946054"/>
                <a:gd name="connsiteX8" fmla="*/ 335877 w 1560662"/>
                <a:gd name="connsiteY8" fmla="*/ 196 h 1946054"/>
                <a:gd name="connsiteX0" fmla="*/ 332898 w 1560662"/>
                <a:gd name="connsiteY0" fmla="*/ 199 h 1937121"/>
                <a:gd name="connsiteX1" fmla="*/ 532477 w 1560662"/>
                <a:gd name="connsiteY1" fmla="*/ 593021 h 1937121"/>
                <a:gd name="connsiteX2" fmla="*/ 344260 w 1560662"/>
                <a:gd name="connsiteY2" fmla="*/ 645543 h 1937121"/>
                <a:gd name="connsiteX3" fmla="*/ 951847 w 1560662"/>
                <a:gd name="connsiteY3" fmla="*/ 1518960 h 1937121"/>
                <a:gd name="connsiteX4" fmla="*/ 1137450 w 1560662"/>
                <a:gd name="connsiteY4" fmla="*/ 1301627 h 1937121"/>
                <a:gd name="connsiteX5" fmla="*/ 1553064 w 1560662"/>
                <a:gd name="connsiteY5" fmla="*/ 1689868 h 1937121"/>
                <a:gd name="connsiteX6" fmla="*/ 1002627 w 1560662"/>
                <a:gd name="connsiteY6" fmla="*/ 1909214 h 1937121"/>
                <a:gd name="connsiteX7" fmla="*/ 1901 w 1560662"/>
                <a:gd name="connsiteY7" fmla="*/ 380586 h 1937121"/>
                <a:gd name="connsiteX8" fmla="*/ 332898 w 1560662"/>
                <a:gd name="connsiteY8" fmla="*/ 199 h 1937121"/>
                <a:gd name="connsiteX0" fmla="*/ 332898 w 1560662"/>
                <a:gd name="connsiteY0" fmla="*/ 199 h 1937121"/>
                <a:gd name="connsiteX1" fmla="*/ 532477 w 1560662"/>
                <a:gd name="connsiteY1" fmla="*/ 593021 h 1937121"/>
                <a:gd name="connsiteX2" fmla="*/ 344260 w 1560662"/>
                <a:gd name="connsiteY2" fmla="*/ 645543 h 1937121"/>
                <a:gd name="connsiteX3" fmla="*/ 951847 w 1560662"/>
                <a:gd name="connsiteY3" fmla="*/ 1518960 h 1937121"/>
                <a:gd name="connsiteX4" fmla="*/ 1137450 w 1560662"/>
                <a:gd name="connsiteY4" fmla="*/ 1301627 h 1937121"/>
                <a:gd name="connsiteX5" fmla="*/ 1553064 w 1560662"/>
                <a:gd name="connsiteY5" fmla="*/ 1689868 h 1937121"/>
                <a:gd name="connsiteX6" fmla="*/ 1002627 w 1560662"/>
                <a:gd name="connsiteY6" fmla="*/ 1909214 h 1937121"/>
                <a:gd name="connsiteX7" fmla="*/ 1901 w 1560662"/>
                <a:gd name="connsiteY7" fmla="*/ 380586 h 1937121"/>
                <a:gd name="connsiteX8" fmla="*/ 332898 w 1560662"/>
                <a:gd name="connsiteY8" fmla="*/ 199 h 1937121"/>
                <a:gd name="connsiteX0" fmla="*/ 332898 w 1560662"/>
                <a:gd name="connsiteY0" fmla="*/ 199 h 1937121"/>
                <a:gd name="connsiteX1" fmla="*/ 532477 w 1560662"/>
                <a:gd name="connsiteY1" fmla="*/ 593021 h 1937121"/>
                <a:gd name="connsiteX2" fmla="*/ 344260 w 1560662"/>
                <a:gd name="connsiteY2" fmla="*/ 645543 h 1937121"/>
                <a:gd name="connsiteX3" fmla="*/ 951847 w 1560662"/>
                <a:gd name="connsiteY3" fmla="*/ 1518960 h 1937121"/>
                <a:gd name="connsiteX4" fmla="*/ 1137450 w 1560662"/>
                <a:gd name="connsiteY4" fmla="*/ 1301627 h 1937121"/>
                <a:gd name="connsiteX5" fmla="*/ 1553064 w 1560662"/>
                <a:gd name="connsiteY5" fmla="*/ 1689868 h 1937121"/>
                <a:gd name="connsiteX6" fmla="*/ 1002627 w 1560662"/>
                <a:gd name="connsiteY6" fmla="*/ 1909214 h 1937121"/>
                <a:gd name="connsiteX7" fmla="*/ 1901 w 1560662"/>
                <a:gd name="connsiteY7" fmla="*/ 380586 h 1937121"/>
                <a:gd name="connsiteX8" fmla="*/ 332898 w 1560662"/>
                <a:gd name="connsiteY8" fmla="*/ 199 h 1937121"/>
                <a:gd name="connsiteX0" fmla="*/ 332898 w 1565431"/>
                <a:gd name="connsiteY0" fmla="*/ 199 h 1937121"/>
                <a:gd name="connsiteX1" fmla="*/ 532477 w 1565431"/>
                <a:gd name="connsiteY1" fmla="*/ 593021 h 1937121"/>
                <a:gd name="connsiteX2" fmla="*/ 344260 w 1565431"/>
                <a:gd name="connsiteY2" fmla="*/ 645543 h 1937121"/>
                <a:gd name="connsiteX3" fmla="*/ 951847 w 1565431"/>
                <a:gd name="connsiteY3" fmla="*/ 1518960 h 1937121"/>
                <a:gd name="connsiteX4" fmla="*/ 1137450 w 1565431"/>
                <a:gd name="connsiteY4" fmla="*/ 1301627 h 1937121"/>
                <a:gd name="connsiteX5" fmla="*/ 1553064 w 1565431"/>
                <a:gd name="connsiteY5" fmla="*/ 1689868 h 1937121"/>
                <a:gd name="connsiteX6" fmla="*/ 1002627 w 1565431"/>
                <a:gd name="connsiteY6" fmla="*/ 1909214 h 1937121"/>
                <a:gd name="connsiteX7" fmla="*/ 1901 w 1565431"/>
                <a:gd name="connsiteY7" fmla="*/ 380586 h 1937121"/>
                <a:gd name="connsiteX8" fmla="*/ 332898 w 1565431"/>
                <a:gd name="connsiteY8" fmla="*/ 199 h 1937121"/>
                <a:gd name="connsiteX0" fmla="*/ 332898 w 1565431"/>
                <a:gd name="connsiteY0" fmla="*/ 199 h 1937121"/>
                <a:gd name="connsiteX1" fmla="*/ 532477 w 1565431"/>
                <a:gd name="connsiteY1" fmla="*/ 593021 h 1937121"/>
                <a:gd name="connsiteX2" fmla="*/ 344260 w 1565431"/>
                <a:gd name="connsiteY2" fmla="*/ 645543 h 1937121"/>
                <a:gd name="connsiteX3" fmla="*/ 951847 w 1565431"/>
                <a:gd name="connsiteY3" fmla="*/ 1518960 h 1937121"/>
                <a:gd name="connsiteX4" fmla="*/ 1137450 w 1565431"/>
                <a:gd name="connsiteY4" fmla="*/ 1301627 h 1937121"/>
                <a:gd name="connsiteX5" fmla="*/ 1553064 w 1565431"/>
                <a:gd name="connsiteY5" fmla="*/ 1689868 h 1937121"/>
                <a:gd name="connsiteX6" fmla="*/ 1002627 w 1565431"/>
                <a:gd name="connsiteY6" fmla="*/ 1909214 h 1937121"/>
                <a:gd name="connsiteX7" fmla="*/ 1901 w 1565431"/>
                <a:gd name="connsiteY7" fmla="*/ 380586 h 1937121"/>
                <a:gd name="connsiteX8" fmla="*/ 332898 w 1565431"/>
                <a:gd name="connsiteY8" fmla="*/ 199 h 1937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65431" h="1937121">
                  <a:moveTo>
                    <a:pt x="332898" y="199"/>
                  </a:moveTo>
                  <a:cubicBezTo>
                    <a:pt x="480797" y="-12106"/>
                    <a:pt x="712130" y="551085"/>
                    <a:pt x="532477" y="593021"/>
                  </a:cubicBezTo>
                  <a:lnTo>
                    <a:pt x="344260" y="645543"/>
                  </a:lnTo>
                  <a:cubicBezTo>
                    <a:pt x="475639" y="1163599"/>
                    <a:pt x="690666" y="1300897"/>
                    <a:pt x="951847" y="1518960"/>
                  </a:cubicBezTo>
                  <a:cubicBezTo>
                    <a:pt x="1003138" y="1396518"/>
                    <a:pt x="1042046" y="1291100"/>
                    <a:pt x="1137450" y="1301627"/>
                  </a:cubicBezTo>
                  <a:cubicBezTo>
                    <a:pt x="1276950" y="1299313"/>
                    <a:pt x="1636332" y="1564228"/>
                    <a:pt x="1553064" y="1689868"/>
                  </a:cubicBezTo>
                  <a:cubicBezTo>
                    <a:pt x="1389777" y="1941825"/>
                    <a:pt x="1145722" y="1971673"/>
                    <a:pt x="1002627" y="1909214"/>
                  </a:cubicBezTo>
                  <a:cubicBezTo>
                    <a:pt x="545977" y="1690048"/>
                    <a:pt x="-37590" y="1110316"/>
                    <a:pt x="1901" y="380586"/>
                  </a:cubicBezTo>
                  <a:cubicBezTo>
                    <a:pt x="36305" y="148891"/>
                    <a:pt x="133416" y="23363"/>
                    <a:pt x="332898" y="19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823ED883-68BD-419B-A119-4A477ABE5F87}"/>
              </a:ext>
            </a:extLst>
          </p:cNvPr>
          <p:cNvGrpSpPr/>
          <p:nvPr/>
        </p:nvGrpSpPr>
        <p:grpSpPr>
          <a:xfrm>
            <a:off x="6745674" y="694596"/>
            <a:ext cx="1747322" cy="1879720"/>
            <a:chOff x="6745674" y="694596"/>
            <a:chExt cx="1747322" cy="1879720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66BAF7F4-1E46-4BDA-BCB3-A8D7F3DD846A}"/>
                </a:ext>
              </a:extLst>
            </p:cNvPr>
            <p:cNvGrpSpPr/>
            <p:nvPr/>
          </p:nvGrpSpPr>
          <p:grpSpPr>
            <a:xfrm>
              <a:off x="6745674" y="694596"/>
              <a:ext cx="1747322" cy="1879720"/>
              <a:chOff x="7285007" y="1920605"/>
              <a:chExt cx="1747322" cy="1879720"/>
            </a:xfrm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3F967149-314E-4FA9-9278-3B62E3D2B9A3}"/>
                  </a:ext>
                </a:extLst>
              </p:cNvPr>
              <p:cNvSpPr/>
              <p:nvPr/>
            </p:nvSpPr>
            <p:spPr>
              <a:xfrm>
                <a:off x="7285007" y="2167241"/>
                <a:ext cx="1633084" cy="1633084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12D70E7F-BEFB-4D2C-899A-A948FB38BA31}"/>
                  </a:ext>
                </a:extLst>
              </p:cNvPr>
              <p:cNvSpPr/>
              <p:nvPr/>
            </p:nvSpPr>
            <p:spPr>
              <a:xfrm>
                <a:off x="8221353" y="1920605"/>
                <a:ext cx="810976" cy="81097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88A86CD-D78D-47AE-9D44-FCA6CE0BD04C}"/>
                </a:ext>
              </a:extLst>
            </p:cNvPr>
            <p:cNvSpPr txBox="1"/>
            <p:nvPr/>
          </p:nvSpPr>
          <p:spPr>
            <a:xfrm>
              <a:off x="7054494" y="1580439"/>
              <a:ext cx="10154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schemeClr val="accent3"/>
                  </a:solidFill>
                  <a:cs typeface="Arial" pitchFamily="34" charset="0"/>
                </a:rPr>
                <a:t>CAL4</a:t>
              </a:r>
              <a:endParaRPr lang="ko-KR" altLang="en-US" sz="2400" b="1" dirty="0">
                <a:solidFill>
                  <a:schemeClr val="accent3"/>
                </a:solidFill>
                <a:cs typeface="Arial" pitchFamily="34" charset="0"/>
              </a:endParaRPr>
            </a:p>
          </p:txBody>
        </p:sp>
        <p:sp>
          <p:nvSpPr>
            <p:cNvPr id="47" name="Freeform 25">
              <a:extLst>
                <a:ext uri="{FF2B5EF4-FFF2-40B4-BE49-F238E27FC236}">
                  <a16:creationId xmlns:a16="http://schemas.microsoft.com/office/drawing/2014/main" id="{9B276D28-72EA-4B9A-9AA4-95727BE3D136}"/>
                </a:ext>
              </a:extLst>
            </p:cNvPr>
            <p:cNvSpPr/>
            <p:nvPr/>
          </p:nvSpPr>
          <p:spPr>
            <a:xfrm>
              <a:off x="7923330" y="829143"/>
              <a:ext cx="417857" cy="517071"/>
            </a:xfrm>
            <a:custGeom>
              <a:avLst/>
              <a:gdLst>
                <a:gd name="connsiteX0" fmla="*/ 371475 w 1600200"/>
                <a:gd name="connsiteY0" fmla="*/ 0 h 1857375"/>
                <a:gd name="connsiteX1" fmla="*/ 628650 w 1600200"/>
                <a:gd name="connsiteY1" fmla="*/ 523875 h 1857375"/>
                <a:gd name="connsiteX2" fmla="*/ 400050 w 1600200"/>
                <a:gd name="connsiteY2" fmla="*/ 561975 h 1857375"/>
                <a:gd name="connsiteX3" fmla="*/ 1019175 w 1600200"/>
                <a:gd name="connsiteY3" fmla="*/ 1438275 h 1857375"/>
                <a:gd name="connsiteX4" fmla="*/ 1219200 w 1600200"/>
                <a:gd name="connsiteY4" fmla="*/ 1238250 h 1857375"/>
                <a:gd name="connsiteX5" fmla="*/ 1600200 w 1600200"/>
                <a:gd name="connsiteY5" fmla="*/ 1666875 h 1857375"/>
                <a:gd name="connsiteX6" fmla="*/ 1038225 w 1600200"/>
                <a:gd name="connsiteY6" fmla="*/ 1857375 h 1857375"/>
                <a:gd name="connsiteX7" fmla="*/ 0 w 1600200"/>
                <a:gd name="connsiteY7" fmla="*/ 314325 h 1857375"/>
                <a:gd name="connsiteX8" fmla="*/ 371475 w 1600200"/>
                <a:gd name="connsiteY8" fmla="*/ 0 h 1857375"/>
                <a:gd name="connsiteX0" fmla="*/ 371475 w 1600200"/>
                <a:gd name="connsiteY0" fmla="*/ 0 h 1917951"/>
                <a:gd name="connsiteX1" fmla="*/ 628650 w 1600200"/>
                <a:gd name="connsiteY1" fmla="*/ 584451 h 1917951"/>
                <a:gd name="connsiteX2" fmla="*/ 400050 w 1600200"/>
                <a:gd name="connsiteY2" fmla="*/ 622551 h 1917951"/>
                <a:gd name="connsiteX3" fmla="*/ 1019175 w 1600200"/>
                <a:gd name="connsiteY3" fmla="*/ 1498851 h 1917951"/>
                <a:gd name="connsiteX4" fmla="*/ 1219200 w 1600200"/>
                <a:gd name="connsiteY4" fmla="*/ 1298826 h 1917951"/>
                <a:gd name="connsiteX5" fmla="*/ 1600200 w 1600200"/>
                <a:gd name="connsiteY5" fmla="*/ 1727451 h 1917951"/>
                <a:gd name="connsiteX6" fmla="*/ 1038225 w 1600200"/>
                <a:gd name="connsiteY6" fmla="*/ 1917951 h 1917951"/>
                <a:gd name="connsiteX7" fmla="*/ 0 w 1600200"/>
                <a:gd name="connsiteY7" fmla="*/ 374901 h 1917951"/>
                <a:gd name="connsiteX8" fmla="*/ 371475 w 1600200"/>
                <a:gd name="connsiteY8" fmla="*/ 0 h 1917951"/>
                <a:gd name="connsiteX0" fmla="*/ 371475 w 1600200"/>
                <a:gd name="connsiteY0" fmla="*/ 1277 h 1919228"/>
                <a:gd name="connsiteX1" fmla="*/ 628650 w 1600200"/>
                <a:gd name="connsiteY1" fmla="*/ 585728 h 1919228"/>
                <a:gd name="connsiteX2" fmla="*/ 400050 w 1600200"/>
                <a:gd name="connsiteY2" fmla="*/ 623828 h 1919228"/>
                <a:gd name="connsiteX3" fmla="*/ 1019175 w 1600200"/>
                <a:gd name="connsiteY3" fmla="*/ 1500128 h 1919228"/>
                <a:gd name="connsiteX4" fmla="*/ 1219200 w 1600200"/>
                <a:gd name="connsiteY4" fmla="*/ 1300103 h 1919228"/>
                <a:gd name="connsiteX5" fmla="*/ 1600200 w 1600200"/>
                <a:gd name="connsiteY5" fmla="*/ 1728728 h 1919228"/>
                <a:gd name="connsiteX6" fmla="*/ 1038225 w 1600200"/>
                <a:gd name="connsiteY6" fmla="*/ 1919228 h 1919228"/>
                <a:gd name="connsiteX7" fmla="*/ 0 w 1600200"/>
                <a:gd name="connsiteY7" fmla="*/ 376178 h 1919228"/>
                <a:gd name="connsiteX8" fmla="*/ 371475 w 1600200"/>
                <a:gd name="connsiteY8" fmla="*/ 1277 h 1919228"/>
                <a:gd name="connsiteX0" fmla="*/ 371475 w 1600200"/>
                <a:gd name="connsiteY0" fmla="*/ 1277 h 1919228"/>
                <a:gd name="connsiteX1" fmla="*/ 628650 w 1600200"/>
                <a:gd name="connsiteY1" fmla="*/ 585728 h 1919228"/>
                <a:gd name="connsiteX2" fmla="*/ 400050 w 1600200"/>
                <a:gd name="connsiteY2" fmla="*/ 623828 h 1919228"/>
                <a:gd name="connsiteX3" fmla="*/ 1019175 w 1600200"/>
                <a:gd name="connsiteY3" fmla="*/ 1500128 h 1919228"/>
                <a:gd name="connsiteX4" fmla="*/ 1219200 w 1600200"/>
                <a:gd name="connsiteY4" fmla="*/ 1300103 h 1919228"/>
                <a:gd name="connsiteX5" fmla="*/ 1600200 w 1600200"/>
                <a:gd name="connsiteY5" fmla="*/ 1728728 h 1919228"/>
                <a:gd name="connsiteX6" fmla="*/ 1038225 w 1600200"/>
                <a:gd name="connsiteY6" fmla="*/ 1919228 h 1919228"/>
                <a:gd name="connsiteX7" fmla="*/ 0 w 1600200"/>
                <a:gd name="connsiteY7" fmla="*/ 376178 h 1919228"/>
                <a:gd name="connsiteX8" fmla="*/ 371475 w 1600200"/>
                <a:gd name="connsiteY8" fmla="*/ 1277 h 1919228"/>
                <a:gd name="connsiteX0" fmla="*/ 371475 w 1600200"/>
                <a:gd name="connsiteY0" fmla="*/ 1544 h 1919495"/>
                <a:gd name="connsiteX1" fmla="*/ 628650 w 1600200"/>
                <a:gd name="connsiteY1" fmla="*/ 585995 h 1919495"/>
                <a:gd name="connsiteX2" fmla="*/ 400050 w 1600200"/>
                <a:gd name="connsiteY2" fmla="*/ 624095 h 1919495"/>
                <a:gd name="connsiteX3" fmla="*/ 1019175 w 1600200"/>
                <a:gd name="connsiteY3" fmla="*/ 1500395 h 1919495"/>
                <a:gd name="connsiteX4" fmla="*/ 1219200 w 1600200"/>
                <a:gd name="connsiteY4" fmla="*/ 1300370 h 1919495"/>
                <a:gd name="connsiteX5" fmla="*/ 1600200 w 1600200"/>
                <a:gd name="connsiteY5" fmla="*/ 1728995 h 1919495"/>
                <a:gd name="connsiteX6" fmla="*/ 1038225 w 1600200"/>
                <a:gd name="connsiteY6" fmla="*/ 1919495 h 1919495"/>
                <a:gd name="connsiteX7" fmla="*/ 0 w 1600200"/>
                <a:gd name="connsiteY7" fmla="*/ 376445 h 1919495"/>
                <a:gd name="connsiteX8" fmla="*/ 371475 w 1600200"/>
                <a:gd name="connsiteY8" fmla="*/ 1544 h 1919495"/>
                <a:gd name="connsiteX0" fmla="*/ 371475 w 1600200"/>
                <a:gd name="connsiteY0" fmla="*/ 1487 h 1919438"/>
                <a:gd name="connsiteX1" fmla="*/ 568075 w 1600200"/>
                <a:gd name="connsiteY1" fmla="*/ 603245 h 1919438"/>
                <a:gd name="connsiteX2" fmla="*/ 400050 w 1600200"/>
                <a:gd name="connsiteY2" fmla="*/ 624038 h 1919438"/>
                <a:gd name="connsiteX3" fmla="*/ 1019175 w 1600200"/>
                <a:gd name="connsiteY3" fmla="*/ 1500338 h 1919438"/>
                <a:gd name="connsiteX4" fmla="*/ 1219200 w 1600200"/>
                <a:gd name="connsiteY4" fmla="*/ 1300313 h 1919438"/>
                <a:gd name="connsiteX5" fmla="*/ 1600200 w 1600200"/>
                <a:gd name="connsiteY5" fmla="*/ 1728938 h 1919438"/>
                <a:gd name="connsiteX6" fmla="*/ 1038225 w 1600200"/>
                <a:gd name="connsiteY6" fmla="*/ 1919438 h 1919438"/>
                <a:gd name="connsiteX7" fmla="*/ 0 w 1600200"/>
                <a:gd name="connsiteY7" fmla="*/ 376388 h 1919438"/>
                <a:gd name="connsiteX8" fmla="*/ 371475 w 1600200"/>
                <a:gd name="connsiteY8" fmla="*/ 1487 h 1919438"/>
                <a:gd name="connsiteX0" fmla="*/ 371475 w 1600200"/>
                <a:gd name="connsiteY0" fmla="*/ 1032 h 1918983"/>
                <a:gd name="connsiteX1" fmla="*/ 568075 w 1600200"/>
                <a:gd name="connsiteY1" fmla="*/ 602790 h 1918983"/>
                <a:gd name="connsiteX2" fmla="*/ 400050 w 1600200"/>
                <a:gd name="connsiteY2" fmla="*/ 623583 h 1918983"/>
                <a:gd name="connsiteX3" fmla="*/ 1019175 w 1600200"/>
                <a:gd name="connsiteY3" fmla="*/ 1499883 h 1918983"/>
                <a:gd name="connsiteX4" fmla="*/ 1219200 w 1600200"/>
                <a:gd name="connsiteY4" fmla="*/ 1299858 h 1918983"/>
                <a:gd name="connsiteX5" fmla="*/ 1600200 w 1600200"/>
                <a:gd name="connsiteY5" fmla="*/ 1728483 h 1918983"/>
                <a:gd name="connsiteX6" fmla="*/ 1038225 w 1600200"/>
                <a:gd name="connsiteY6" fmla="*/ 1918983 h 1918983"/>
                <a:gd name="connsiteX7" fmla="*/ 0 w 1600200"/>
                <a:gd name="connsiteY7" fmla="*/ 375933 h 1918983"/>
                <a:gd name="connsiteX8" fmla="*/ 371475 w 1600200"/>
                <a:gd name="connsiteY8" fmla="*/ 1032 h 1918983"/>
                <a:gd name="connsiteX0" fmla="*/ 371475 w 1600200"/>
                <a:gd name="connsiteY0" fmla="*/ 1088 h 1919039"/>
                <a:gd name="connsiteX1" fmla="*/ 568075 w 1600200"/>
                <a:gd name="connsiteY1" fmla="*/ 602846 h 1919039"/>
                <a:gd name="connsiteX2" fmla="*/ 400050 w 1600200"/>
                <a:gd name="connsiteY2" fmla="*/ 623639 h 1919039"/>
                <a:gd name="connsiteX3" fmla="*/ 1019175 w 1600200"/>
                <a:gd name="connsiteY3" fmla="*/ 1499939 h 1919039"/>
                <a:gd name="connsiteX4" fmla="*/ 1219200 w 1600200"/>
                <a:gd name="connsiteY4" fmla="*/ 1299914 h 1919039"/>
                <a:gd name="connsiteX5" fmla="*/ 1600200 w 1600200"/>
                <a:gd name="connsiteY5" fmla="*/ 1728539 h 1919039"/>
                <a:gd name="connsiteX6" fmla="*/ 1038225 w 1600200"/>
                <a:gd name="connsiteY6" fmla="*/ 1919039 h 1919039"/>
                <a:gd name="connsiteX7" fmla="*/ 0 w 1600200"/>
                <a:gd name="connsiteY7" fmla="*/ 375989 h 1919039"/>
                <a:gd name="connsiteX8" fmla="*/ 371475 w 1600200"/>
                <a:gd name="connsiteY8" fmla="*/ 1088 h 1919039"/>
                <a:gd name="connsiteX0" fmla="*/ 371475 w 1600200"/>
                <a:gd name="connsiteY0" fmla="*/ 1088 h 1919039"/>
                <a:gd name="connsiteX1" fmla="*/ 568075 w 1600200"/>
                <a:gd name="connsiteY1" fmla="*/ 602846 h 1919039"/>
                <a:gd name="connsiteX2" fmla="*/ 400050 w 1600200"/>
                <a:gd name="connsiteY2" fmla="*/ 623639 h 1919039"/>
                <a:gd name="connsiteX3" fmla="*/ 1019175 w 1600200"/>
                <a:gd name="connsiteY3" fmla="*/ 1499939 h 1919039"/>
                <a:gd name="connsiteX4" fmla="*/ 1219200 w 1600200"/>
                <a:gd name="connsiteY4" fmla="*/ 1299914 h 1919039"/>
                <a:gd name="connsiteX5" fmla="*/ 1600200 w 1600200"/>
                <a:gd name="connsiteY5" fmla="*/ 1728539 h 1919039"/>
                <a:gd name="connsiteX6" fmla="*/ 1038225 w 1600200"/>
                <a:gd name="connsiteY6" fmla="*/ 1919039 h 1919039"/>
                <a:gd name="connsiteX7" fmla="*/ 0 w 1600200"/>
                <a:gd name="connsiteY7" fmla="*/ 375989 h 1919039"/>
                <a:gd name="connsiteX8" fmla="*/ 371475 w 1600200"/>
                <a:gd name="connsiteY8" fmla="*/ 1088 h 1919039"/>
                <a:gd name="connsiteX0" fmla="*/ 371475 w 1600200"/>
                <a:gd name="connsiteY0" fmla="*/ 1118 h 1919069"/>
                <a:gd name="connsiteX1" fmla="*/ 568075 w 1600200"/>
                <a:gd name="connsiteY1" fmla="*/ 602876 h 1919069"/>
                <a:gd name="connsiteX2" fmla="*/ 400050 w 1600200"/>
                <a:gd name="connsiteY2" fmla="*/ 623669 h 1919069"/>
                <a:gd name="connsiteX3" fmla="*/ 1019175 w 1600200"/>
                <a:gd name="connsiteY3" fmla="*/ 1499969 h 1919069"/>
                <a:gd name="connsiteX4" fmla="*/ 1219200 w 1600200"/>
                <a:gd name="connsiteY4" fmla="*/ 1299944 h 1919069"/>
                <a:gd name="connsiteX5" fmla="*/ 1600200 w 1600200"/>
                <a:gd name="connsiteY5" fmla="*/ 1728569 h 1919069"/>
                <a:gd name="connsiteX6" fmla="*/ 1038225 w 1600200"/>
                <a:gd name="connsiteY6" fmla="*/ 1919069 h 1919069"/>
                <a:gd name="connsiteX7" fmla="*/ 0 w 1600200"/>
                <a:gd name="connsiteY7" fmla="*/ 376019 h 1919069"/>
                <a:gd name="connsiteX8" fmla="*/ 371475 w 1600200"/>
                <a:gd name="connsiteY8" fmla="*/ 1118 h 1919069"/>
                <a:gd name="connsiteX0" fmla="*/ 371475 w 1600200"/>
                <a:gd name="connsiteY0" fmla="*/ 1118 h 1919069"/>
                <a:gd name="connsiteX1" fmla="*/ 568075 w 1600200"/>
                <a:gd name="connsiteY1" fmla="*/ 602876 h 1919069"/>
                <a:gd name="connsiteX2" fmla="*/ 408703 w 1600200"/>
                <a:gd name="connsiteY2" fmla="*/ 643860 h 1919069"/>
                <a:gd name="connsiteX3" fmla="*/ 1019175 w 1600200"/>
                <a:gd name="connsiteY3" fmla="*/ 1499969 h 1919069"/>
                <a:gd name="connsiteX4" fmla="*/ 1219200 w 1600200"/>
                <a:gd name="connsiteY4" fmla="*/ 1299944 h 1919069"/>
                <a:gd name="connsiteX5" fmla="*/ 1600200 w 1600200"/>
                <a:gd name="connsiteY5" fmla="*/ 1728569 h 1919069"/>
                <a:gd name="connsiteX6" fmla="*/ 1038225 w 1600200"/>
                <a:gd name="connsiteY6" fmla="*/ 1919069 h 1919069"/>
                <a:gd name="connsiteX7" fmla="*/ 0 w 1600200"/>
                <a:gd name="connsiteY7" fmla="*/ 376019 h 1919069"/>
                <a:gd name="connsiteX8" fmla="*/ 371475 w 1600200"/>
                <a:gd name="connsiteY8" fmla="*/ 1118 h 1919069"/>
                <a:gd name="connsiteX0" fmla="*/ 371475 w 1600200"/>
                <a:gd name="connsiteY0" fmla="*/ 1118 h 1919069"/>
                <a:gd name="connsiteX1" fmla="*/ 568075 w 1600200"/>
                <a:gd name="connsiteY1" fmla="*/ 602876 h 1919069"/>
                <a:gd name="connsiteX2" fmla="*/ 359666 w 1600200"/>
                <a:gd name="connsiteY2" fmla="*/ 643860 h 1919069"/>
                <a:gd name="connsiteX3" fmla="*/ 1019175 w 1600200"/>
                <a:gd name="connsiteY3" fmla="*/ 1499969 h 1919069"/>
                <a:gd name="connsiteX4" fmla="*/ 1219200 w 1600200"/>
                <a:gd name="connsiteY4" fmla="*/ 1299944 h 1919069"/>
                <a:gd name="connsiteX5" fmla="*/ 1600200 w 1600200"/>
                <a:gd name="connsiteY5" fmla="*/ 1728569 h 1919069"/>
                <a:gd name="connsiteX6" fmla="*/ 1038225 w 1600200"/>
                <a:gd name="connsiteY6" fmla="*/ 1919069 h 1919069"/>
                <a:gd name="connsiteX7" fmla="*/ 0 w 1600200"/>
                <a:gd name="connsiteY7" fmla="*/ 376019 h 1919069"/>
                <a:gd name="connsiteX8" fmla="*/ 371475 w 1600200"/>
                <a:gd name="connsiteY8" fmla="*/ 1118 h 1919069"/>
                <a:gd name="connsiteX0" fmla="*/ 371475 w 1600200"/>
                <a:gd name="connsiteY0" fmla="*/ 1118 h 1919069"/>
                <a:gd name="connsiteX1" fmla="*/ 568075 w 1600200"/>
                <a:gd name="connsiteY1" fmla="*/ 602876 h 1919069"/>
                <a:gd name="connsiteX2" fmla="*/ 374089 w 1600200"/>
                <a:gd name="connsiteY2" fmla="*/ 646744 h 1919069"/>
                <a:gd name="connsiteX3" fmla="*/ 1019175 w 1600200"/>
                <a:gd name="connsiteY3" fmla="*/ 1499969 h 1919069"/>
                <a:gd name="connsiteX4" fmla="*/ 1219200 w 1600200"/>
                <a:gd name="connsiteY4" fmla="*/ 1299944 h 1919069"/>
                <a:gd name="connsiteX5" fmla="*/ 1600200 w 1600200"/>
                <a:gd name="connsiteY5" fmla="*/ 1728569 h 1919069"/>
                <a:gd name="connsiteX6" fmla="*/ 1038225 w 1600200"/>
                <a:gd name="connsiteY6" fmla="*/ 1919069 h 1919069"/>
                <a:gd name="connsiteX7" fmla="*/ 0 w 1600200"/>
                <a:gd name="connsiteY7" fmla="*/ 376019 h 1919069"/>
                <a:gd name="connsiteX8" fmla="*/ 371475 w 1600200"/>
                <a:gd name="connsiteY8" fmla="*/ 1118 h 1919069"/>
                <a:gd name="connsiteX0" fmla="*/ 371475 w 1600200"/>
                <a:gd name="connsiteY0" fmla="*/ 1118 h 1919069"/>
                <a:gd name="connsiteX1" fmla="*/ 568075 w 1600200"/>
                <a:gd name="connsiteY1" fmla="*/ 602876 h 1919069"/>
                <a:gd name="connsiteX2" fmla="*/ 374089 w 1600200"/>
                <a:gd name="connsiteY2" fmla="*/ 646744 h 1919069"/>
                <a:gd name="connsiteX3" fmla="*/ 1019175 w 1600200"/>
                <a:gd name="connsiteY3" fmla="*/ 1499969 h 1919069"/>
                <a:gd name="connsiteX4" fmla="*/ 1219200 w 1600200"/>
                <a:gd name="connsiteY4" fmla="*/ 1299944 h 1919069"/>
                <a:gd name="connsiteX5" fmla="*/ 1600200 w 1600200"/>
                <a:gd name="connsiteY5" fmla="*/ 1728569 h 1919069"/>
                <a:gd name="connsiteX6" fmla="*/ 1038225 w 1600200"/>
                <a:gd name="connsiteY6" fmla="*/ 1919069 h 1919069"/>
                <a:gd name="connsiteX7" fmla="*/ 0 w 1600200"/>
                <a:gd name="connsiteY7" fmla="*/ 376019 h 1919069"/>
                <a:gd name="connsiteX8" fmla="*/ 371475 w 1600200"/>
                <a:gd name="connsiteY8" fmla="*/ 1118 h 1919069"/>
                <a:gd name="connsiteX0" fmla="*/ 371475 w 1600200"/>
                <a:gd name="connsiteY0" fmla="*/ 1118 h 1919069"/>
                <a:gd name="connsiteX1" fmla="*/ 568075 w 1600200"/>
                <a:gd name="connsiteY1" fmla="*/ 602876 h 1919069"/>
                <a:gd name="connsiteX2" fmla="*/ 374089 w 1600200"/>
                <a:gd name="connsiteY2" fmla="*/ 646744 h 1919069"/>
                <a:gd name="connsiteX3" fmla="*/ 1019175 w 1600200"/>
                <a:gd name="connsiteY3" fmla="*/ 1499969 h 1919069"/>
                <a:gd name="connsiteX4" fmla="*/ 1219200 w 1600200"/>
                <a:gd name="connsiteY4" fmla="*/ 1299944 h 1919069"/>
                <a:gd name="connsiteX5" fmla="*/ 1600200 w 1600200"/>
                <a:gd name="connsiteY5" fmla="*/ 1728569 h 1919069"/>
                <a:gd name="connsiteX6" fmla="*/ 1038225 w 1600200"/>
                <a:gd name="connsiteY6" fmla="*/ 1919069 h 1919069"/>
                <a:gd name="connsiteX7" fmla="*/ 0 w 1600200"/>
                <a:gd name="connsiteY7" fmla="*/ 376019 h 1919069"/>
                <a:gd name="connsiteX8" fmla="*/ 371475 w 1600200"/>
                <a:gd name="connsiteY8" fmla="*/ 1118 h 1919069"/>
                <a:gd name="connsiteX0" fmla="*/ 371475 w 1600200"/>
                <a:gd name="connsiteY0" fmla="*/ 1118 h 1919069"/>
                <a:gd name="connsiteX1" fmla="*/ 568075 w 1600200"/>
                <a:gd name="connsiteY1" fmla="*/ 602876 h 1919069"/>
                <a:gd name="connsiteX2" fmla="*/ 374089 w 1600200"/>
                <a:gd name="connsiteY2" fmla="*/ 646744 h 1919069"/>
                <a:gd name="connsiteX3" fmla="*/ 1019175 w 1600200"/>
                <a:gd name="connsiteY3" fmla="*/ 1499969 h 1919069"/>
                <a:gd name="connsiteX4" fmla="*/ 1219200 w 1600200"/>
                <a:gd name="connsiteY4" fmla="*/ 1299944 h 1919069"/>
                <a:gd name="connsiteX5" fmla="*/ 1600200 w 1600200"/>
                <a:gd name="connsiteY5" fmla="*/ 1728569 h 1919069"/>
                <a:gd name="connsiteX6" fmla="*/ 1038225 w 1600200"/>
                <a:gd name="connsiteY6" fmla="*/ 1919069 h 1919069"/>
                <a:gd name="connsiteX7" fmla="*/ 0 w 1600200"/>
                <a:gd name="connsiteY7" fmla="*/ 376019 h 1919069"/>
                <a:gd name="connsiteX8" fmla="*/ 371475 w 1600200"/>
                <a:gd name="connsiteY8" fmla="*/ 1118 h 1919069"/>
                <a:gd name="connsiteX0" fmla="*/ 371475 w 1600200"/>
                <a:gd name="connsiteY0" fmla="*/ 1118 h 1919069"/>
                <a:gd name="connsiteX1" fmla="*/ 568075 w 1600200"/>
                <a:gd name="connsiteY1" fmla="*/ 602876 h 1919069"/>
                <a:gd name="connsiteX2" fmla="*/ 374089 w 1600200"/>
                <a:gd name="connsiteY2" fmla="*/ 646744 h 1919069"/>
                <a:gd name="connsiteX3" fmla="*/ 1019175 w 1600200"/>
                <a:gd name="connsiteY3" fmla="*/ 1499969 h 1919069"/>
                <a:gd name="connsiteX4" fmla="*/ 1219200 w 1600200"/>
                <a:gd name="connsiteY4" fmla="*/ 1299944 h 1919069"/>
                <a:gd name="connsiteX5" fmla="*/ 1600200 w 1600200"/>
                <a:gd name="connsiteY5" fmla="*/ 1728569 h 1919069"/>
                <a:gd name="connsiteX6" fmla="*/ 1038225 w 1600200"/>
                <a:gd name="connsiteY6" fmla="*/ 1919069 h 1919069"/>
                <a:gd name="connsiteX7" fmla="*/ 0 w 1600200"/>
                <a:gd name="connsiteY7" fmla="*/ 376019 h 1919069"/>
                <a:gd name="connsiteX8" fmla="*/ 371475 w 1600200"/>
                <a:gd name="connsiteY8" fmla="*/ 1118 h 1919069"/>
                <a:gd name="connsiteX0" fmla="*/ 371475 w 1600200"/>
                <a:gd name="connsiteY0" fmla="*/ 1118 h 1919069"/>
                <a:gd name="connsiteX1" fmla="*/ 568075 w 1600200"/>
                <a:gd name="connsiteY1" fmla="*/ 602876 h 1919069"/>
                <a:gd name="connsiteX2" fmla="*/ 374089 w 1600200"/>
                <a:gd name="connsiteY2" fmla="*/ 646744 h 1919069"/>
                <a:gd name="connsiteX3" fmla="*/ 1019175 w 1600200"/>
                <a:gd name="connsiteY3" fmla="*/ 1499969 h 1919069"/>
                <a:gd name="connsiteX4" fmla="*/ 1219200 w 1600200"/>
                <a:gd name="connsiteY4" fmla="*/ 1299944 h 1919069"/>
                <a:gd name="connsiteX5" fmla="*/ 1600200 w 1600200"/>
                <a:gd name="connsiteY5" fmla="*/ 1728569 h 1919069"/>
                <a:gd name="connsiteX6" fmla="*/ 1038225 w 1600200"/>
                <a:gd name="connsiteY6" fmla="*/ 1919069 h 1919069"/>
                <a:gd name="connsiteX7" fmla="*/ 0 w 1600200"/>
                <a:gd name="connsiteY7" fmla="*/ 376019 h 1919069"/>
                <a:gd name="connsiteX8" fmla="*/ 371475 w 1600200"/>
                <a:gd name="connsiteY8" fmla="*/ 1118 h 1919069"/>
                <a:gd name="connsiteX0" fmla="*/ 371475 w 1600200"/>
                <a:gd name="connsiteY0" fmla="*/ 1118 h 1919069"/>
                <a:gd name="connsiteX1" fmla="*/ 568075 w 1600200"/>
                <a:gd name="connsiteY1" fmla="*/ 602876 h 1919069"/>
                <a:gd name="connsiteX2" fmla="*/ 374089 w 1600200"/>
                <a:gd name="connsiteY2" fmla="*/ 646744 h 1919069"/>
                <a:gd name="connsiteX3" fmla="*/ 1019175 w 1600200"/>
                <a:gd name="connsiteY3" fmla="*/ 1499969 h 1919069"/>
                <a:gd name="connsiteX4" fmla="*/ 1219200 w 1600200"/>
                <a:gd name="connsiteY4" fmla="*/ 1299944 h 1919069"/>
                <a:gd name="connsiteX5" fmla="*/ 1600200 w 1600200"/>
                <a:gd name="connsiteY5" fmla="*/ 1728569 h 1919069"/>
                <a:gd name="connsiteX6" fmla="*/ 1038225 w 1600200"/>
                <a:gd name="connsiteY6" fmla="*/ 1919069 h 1919069"/>
                <a:gd name="connsiteX7" fmla="*/ 0 w 1600200"/>
                <a:gd name="connsiteY7" fmla="*/ 376019 h 1919069"/>
                <a:gd name="connsiteX8" fmla="*/ 371475 w 1600200"/>
                <a:gd name="connsiteY8" fmla="*/ 1118 h 1919069"/>
                <a:gd name="connsiteX0" fmla="*/ 371475 w 1600200"/>
                <a:gd name="connsiteY0" fmla="*/ 1118 h 1919069"/>
                <a:gd name="connsiteX1" fmla="*/ 568075 w 1600200"/>
                <a:gd name="connsiteY1" fmla="*/ 602876 h 1919069"/>
                <a:gd name="connsiteX2" fmla="*/ 374089 w 1600200"/>
                <a:gd name="connsiteY2" fmla="*/ 646744 h 1919069"/>
                <a:gd name="connsiteX3" fmla="*/ 970138 w 1600200"/>
                <a:gd name="connsiteY3" fmla="*/ 1517276 h 1919069"/>
                <a:gd name="connsiteX4" fmla="*/ 1219200 w 1600200"/>
                <a:gd name="connsiteY4" fmla="*/ 1299944 h 1919069"/>
                <a:gd name="connsiteX5" fmla="*/ 1600200 w 1600200"/>
                <a:gd name="connsiteY5" fmla="*/ 1728569 h 1919069"/>
                <a:gd name="connsiteX6" fmla="*/ 1038225 w 1600200"/>
                <a:gd name="connsiteY6" fmla="*/ 1919069 h 1919069"/>
                <a:gd name="connsiteX7" fmla="*/ 0 w 1600200"/>
                <a:gd name="connsiteY7" fmla="*/ 376019 h 1919069"/>
                <a:gd name="connsiteX8" fmla="*/ 371475 w 1600200"/>
                <a:gd name="connsiteY8" fmla="*/ 1118 h 1919069"/>
                <a:gd name="connsiteX0" fmla="*/ 371475 w 1600200"/>
                <a:gd name="connsiteY0" fmla="*/ 1118 h 1919069"/>
                <a:gd name="connsiteX1" fmla="*/ 568075 w 1600200"/>
                <a:gd name="connsiteY1" fmla="*/ 602876 h 1919069"/>
                <a:gd name="connsiteX2" fmla="*/ 374089 w 1600200"/>
                <a:gd name="connsiteY2" fmla="*/ 646744 h 1919069"/>
                <a:gd name="connsiteX3" fmla="*/ 1010522 w 1600200"/>
                <a:gd name="connsiteY3" fmla="*/ 1534584 h 1919069"/>
                <a:gd name="connsiteX4" fmla="*/ 1219200 w 1600200"/>
                <a:gd name="connsiteY4" fmla="*/ 1299944 h 1919069"/>
                <a:gd name="connsiteX5" fmla="*/ 1600200 w 1600200"/>
                <a:gd name="connsiteY5" fmla="*/ 1728569 h 1919069"/>
                <a:gd name="connsiteX6" fmla="*/ 1038225 w 1600200"/>
                <a:gd name="connsiteY6" fmla="*/ 1919069 h 1919069"/>
                <a:gd name="connsiteX7" fmla="*/ 0 w 1600200"/>
                <a:gd name="connsiteY7" fmla="*/ 376019 h 1919069"/>
                <a:gd name="connsiteX8" fmla="*/ 371475 w 1600200"/>
                <a:gd name="connsiteY8" fmla="*/ 1118 h 1919069"/>
                <a:gd name="connsiteX0" fmla="*/ 371475 w 1600200"/>
                <a:gd name="connsiteY0" fmla="*/ 1118 h 1919069"/>
                <a:gd name="connsiteX1" fmla="*/ 568075 w 1600200"/>
                <a:gd name="connsiteY1" fmla="*/ 602876 h 1919069"/>
                <a:gd name="connsiteX2" fmla="*/ 374089 w 1600200"/>
                <a:gd name="connsiteY2" fmla="*/ 646744 h 1919069"/>
                <a:gd name="connsiteX3" fmla="*/ 996099 w 1600200"/>
                <a:gd name="connsiteY3" fmla="*/ 1546122 h 1919069"/>
                <a:gd name="connsiteX4" fmla="*/ 1219200 w 1600200"/>
                <a:gd name="connsiteY4" fmla="*/ 1299944 h 1919069"/>
                <a:gd name="connsiteX5" fmla="*/ 1600200 w 1600200"/>
                <a:gd name="connsiteY5" fmla="*/ 1728569 h 1919069"/>
                <a:gd name="connsiteX6" fmla="*/ 1038225 w 1600200"/>
                <a:gd name="connsiteY6" fmla="*/ 1919069 h 1919069"/>
                <a:gd name="connsiteX7" fmla="*/ 0 w 1600200"/>
                <a:gd name="connsiteY7" fmla="*/ 376019 h 1919069"/>
                <a:gd name="connsiteX8" fmla="*/ 371475 w 1600200"/>
                <a:gd name="connsiteY8" fmla="*/ 1118 h 1919069"/>
                <a:gd name="connsiteX0" fmla="*/ 371475 w 1600200"/>
                <a:gd name="connsiteY0" fmla="*/ 1118 h 1919069"/>
                <a:gd name="connsiteX1" fmla="*/ 568075 w 1600200"/>
                <a:gd name="connsiteY1" fmla="*/ 602876 h 1919069"/>
                <a:gd name="connsiteX2" fmla="*/ 374089 w 1600200"/>
                <a:gd name="connsiteY2" fmla="*/ 646744 h 1919069"/>
                <a:gd name="connsiteX3" fmla="*/ 987445 w 1600200"/>
                <a:gd name="connsiteY3" fmla="*/ 1528815 h 1919069"/>
                <a:gd name="connsiteX4" fmla="*/ 1219200 w 1600200"/>
                <a:gd name="connsiteY4" fmla="*/ 1299944 h 1919069"/>
                <a:gd name="connsiteX5" fmla="*/ 1600200 w 1600200"/>
                <a:gd name="connsiteY5" fmla="*/ 1728569 h 1919069"/>
                <a:gd name="connsiteX6" fmla="*/ 1038225 w 1600200"/>
                <a:gd name="connsiteY6" fmla="*/ 1919069 h 1919069"/>
                <a:gd name="connsiteX7" fmla="*/ 0 w 1600200"/>
                <a:gd name="connsiteY7" fmla="*/ 376019 h 1919069"/>
                <a:gd name="connsiteX8" fmla="*/ 371475 w 1600200"/>
                <a:gd name="connsiteY8" fmla="*/ 1118 h 1919069"/>
                <a:gd name="connsiteX0" fmla="*/ 371475 w 1600200"/>
                <a:gd name="connsiteY0" fmla="*/ 1118 h 1919069"/>
                <a:gd name="connsiteX1" fmla="*/ 568075 w 1600200"/>
                <a:gd name="connsiteY1" fmla="*/ 602876 h 1919069"/>
                <a:gd name="connsiteX2" fmla="*/ 374089 w 1600200"/>
                <a:gd name="connsiteY2" fmla="*/ 646744 h 1919069"/>
                <a:gd name="connsiteX3" fmla="*/ 987445 w 1600200"/>
                <a:gd name="connsiteY3" fmla="*/ 1528815 h 1919069"/>
                <a:gd name="connsiteX4" fmla="*/ 1219200 w 1600200"/>
                <a:gd name="connsiteY4" fmla="*/ 1299944 h 1919069"/>
                <a:gd name="connsiteX5" fmla="*/ 1600200 w 1600200"/>
                <a:gd name="connsiteY5" fmla="*/ 1728569 h 1919069"/>
                <a:gd name="connsiteX6" fmla="*/ 1038225 w 1600200"/>
                <a:gd name="connsiteY6" fmla="*/ 1919069 h 1919069"/>
                <a:gd name="connsiteX7" fmla="*/ 0 w 1600200"/>
                <a:gd name="connsiteY7" fmla="*/ 376019 h 1919069"/>
                <a:gd name="connsiteX8" fmla="*/ 371475 w 1600200"/>
                <a:gd name="connsiteY8" fmla="*/ 1118 h 1919069"/>
                <a:gd name="connsiteX0" fmla="*/ 371475 w 1600200"/>
                <a:gd name="connsiteY0" fmla="*/ 1118 h 1919069"/>
                <a:gd name="connsiteX1" fmla="*/ 568075 w 1600200"/>
                <a:gd name="connsiteY1" fmla="*/ 602876 h 1919069"/>
                <a:gd name="connsiteX2" fmla="*/ 374089 w 1600200"/>
                <a:gd name="connsiteY2" fmla="*/ 646744 h 1919069"/>
                <a:gd name="connsiteX3" fmla="*/ 987445 w 1600200"/>
                <a:gd name="connsiteY3" fmla="*/ 1528815 h 1919069"/>
                <a:gd name="connsiteX4" fmla="*/ 1219200 w 1600200"/>
                <a:gd name="connsiteY4" fmla="*/ 1299944 h 1919069"/>
                <a:gd name="connsiteX5" fmla="*/ 1600200 w 1600200"/>
                <a:gd name="connsiteY5" fmla="*/ 1728569 h 1919069"/>
                <a:gd name="connsiteX6" fmla="*/ 1038225 w 1600200"/>
                <a:gd name="connsiteY6" fmla="*/ 1919069 h 1919069"/>
                <a:gd name="connsiteX7" fmla="*/ 0 w 1600200"/>
                <a:gd name="connsiteY7" fmla="*/ 376019 h 1919069"/>
                <a:gd name="connsiteX8" fmla="*/ 371475 w 1600200"/>
                <a:gd name="connsiteY8" fmla="*/ 1118 h 1919069"/>
                <a:gd name="connsiteX0" fmla="*/ 371475 w 1600200"/>
                <a:gd name="connsiteY0" fmla="*/ 1118 h 1919069"/>
                <a:gd name="connsiteX1" fmla="*/ 568075 w 1600200"/>
                <a:gd name="connsiteY1" fmla="*/ 602876 h 1919069"/>
                <a:gd name="connsiteX2" fmla="*/ 374089 w 1600200"/>
                <a:gd name="connsiteY2" fmla="*/ 646744 h 1919069"/>
                <a:gd name="connsiteX3" fmla="*/ 987445 w 1600200"/>
                <a:gd name="connsiteY3" fmla="*/ 1528815 h 1919069"/>
                <a:gd name="connsiteX4" fmla="*/ 1219200 w 1600200"/>
                <a:gd name="connsiteY4" fmla="*/ 1299944 h 1919069"/>
                <a:gd name="connsiteX5" fmla="*/ 1600200 w 1600200"/>
                <a:gd name="connsiteY5" fmla="*/ 1728569 h 1919069"/>
                <a:gd name="connsiteX6" fmla="*/ 1038225 w 1600200"/>
                <a:gd name="connsiteY6" fmla="*/ 1919069 h 1919069"/>
                <a:gd name="connsiteX7" fmla="*/ 0 w 1600200"/>
                <a:gd name="connsiteY7" fmla="*/ 376019 h 1919069"/>
                <a:gd name="connsiteX8" fmla="*/ 371475 w 1600200"/>
                <a:gd name="connsiteY8" fmla="*/ 1118 h 1919069"/>
                <a:gd name="connsiteX0" fmla="*/ 371475 w 1600200"/>
                <a:gd name="connsiteY0" fmla="*/ 1118 h 1919069"/>
                <a:gd name="connsiteX1" fmla="*/ 568075 w 1600200"/>
                <a:gd name="connsiteY1" fmla="*/ 602876 h 1919069"/>
                <a:gd name="connsiteX2" fmla="*/ 374089 w 1600200"/>
                <a:gd name="connsiteY2" fmla="*/ 646744 h 1919069"/>
                <a:gd name="connsiteX3" fmla="*/ 987445 w 1600200"/>
                <a:gd name="connsiteY3" fmla="*/ 1528815 h 1919069"/>
                <a:gd name="connsiteX4" fmla="*/ 1173048 w 1600200"/>
                <a:gd name="connsiteY4" fmla="*/ 1311482 h 1919069"/>
                <a:gd name="connsiteX5" fmla="*/ 1600200 w 1600200"/>
                <a:gd name="connsiteY5" fmla="*/ 1728569 h 1919069"/>
                <a:gd name="connsiteX6" fmla="*/ 1038225 w 1600200"/>
                <a:gd name="connsiteY6" fmla="*/ 1919069 h 1919069"/>
                <a:gd name="connsiteX7" fmla="*/ 0 w 1600200"/>
                <a:gd name="connsiteY7" fmla="*/ 376019 h 1919069"/>
                <a:gd name="connsiteX8" fmla="*/ 371475 w 1600200"/>
                <a:gd name="connsiteY8" fmla="*/ 1118 h 1919069"/>
                <a:gd name="connsiteX0" fmla="*/ 371475 w 1600200"/>
                <a:gd name="connsiteY0" fmla="*/ 1118 h 1919069"/>
                <a:gd name="connsiteX1" fmla="*/ 568075 w 1600200"/>
                <a:gd name="connsiteY1" fmla="*/ 602876 h 1919069"/>
                <a:gd name="connsiteX2" fmla="*/ 374089 w 1600200"/>
                <a:gd name="connsiteY2" fmla="*/ 646744 h 1919069"/>
                <a:gd name="connsiteX3" fmla="*/ 987445 w 1600200"/>
                <a:gd name="connsiteY3" fmla="*/ 1528815 h 1919069"/>
                <a:gd name="connsiteX4" fmla="*/ 1173048 w 1600200"/>
                <a:gd name="connsiteY4" fmla="*/ 1311482 h 1919069"/>
                <a:gd name="connsiteX5" fmla="*/ 1600200 w 1600200"/>
                <a:gd name="connsiteY5" fmla="*/ 1728569 h 1919069"/>
                <a:gd name="connsiteX6" fmla="*/ 1038225 w 1600200"/>
                <a:gd name="connsiteY6" fmla="*/ 1919069 h 1919069"/>
                <a:gd name="connsiteX7" fmla="*/ 0 w 1600200"/>
                <a:gd name="connsiteY7" fmla="*/ 376019 h 1919069"/>
                <a:gd name="connsiteX8" fmla="*/ 371475 w 1600200"/>
                <a:gd name="connsiteY8" fmla="*/ 1118 h 1919069"/>
                <a:gd name="connsiteX0" fmla="*/ 371475 w 1600200"/>
                <a:gd name="connsiteY0" fmla="*/ 1118 h 1919069"/>
                <a:gd name="connsiteX1" fmla="*/ 568075 w 1600200"/>
                <a:gd name="connsiteY1" fmla="*/ 602876 h 1919069"/>
                <a:gd name="connsiteX2" fmla="*/ 374089 w 1600200"/>
                <a:gd name="connsiteY2" fmla="*/ 646744 h 1919069"/>
                <a:gd name="connsiteX3" fmla="*/ 987445 w 1600200"/>
                <a:gd name="connsiteY3" fmla="*/ 1528815 h 1919069"/>
                <a:gd name="connsiteX4" fmla="*/ 1173048 w 1600200"/>
                <a:gd name="connsiteY4" fmla="*/ 1311482 h 1919069"/>
                <a:gd name="connsiteX5" fmla="*/ 1600200 w 1600200"/>
                <a:gd name="connsiteY5" fmla="*/ 1728569 h 1919069"/>
                <a:gd name="connsiteX6" fmla="*/ 1038225 w 1600200"/>
                <a:gd name="connsiteY6" fmla="*/ 1919069 h 1919069"/>
                <a:gd name="connsiteX7" fmla="*/ 0 w 1600200"/>
                <a:gd name="connsiteY7" fmla="*/ 376019 h 1919069"/>
                <a:gd name="connsiteX8" fmla="*/ 371475 w 1600200"/>
                <a:gd name="connsiteY8" fmla="*/ 1118 h 1919069"/>
                <a:gd name="connsiteX0" fmla="*/ 371475 w 1600200"/>
                <a:gd name="connsiteY0" fmla="*/ 1118 h 1919069"/>
                <a:gd name="connsiteX1" fmla="*/ 568075 w 1600200"/>
                <a:gd name="connsiteY1" fmla="*/ 602876 h 1919069"/>
                <a:gd name="connsiteX2" fmla="*/ 374089 w 1600200"/>
                <a:gd name="connsiteY2" fmla="*/ 646744 h 1919069"/>
                <a:gd name="connsiteX3" fmla="*/ 987445 w 1600200"/>
                <a:gd name="connsiteY3" fmla="*/ 1528815 h 1919069"/>
                <a:gd name="connsiteX4" fmla="*/ 1173048 w 1600200"/>
                <a:gd name="connsiteY4" fmla="*/ 1311482 h 1919069"/>
                <a:gd name="connsiteX5" fmla="*/ 1600200 w 1600200"/>
                <a:gd name="connsiteY5" fmla="*/ 1728569 h 1919069"/>
                <a:gd name="connsiteX6" fmla="*/ 1038225 w 1600200"/>
                <a:gd name="connsiteY6" fmla="*/ 1919069 h 1919069"/>
                <a:gd name="connsiteX7" fmla="*/ 0 w 1600200"/>
                <a:gd name="connsiteY7" fmla="*/ 376019 h 1919069"/>
                <a:gd name="connsiteX8" fmla="*/ 371475 w 1600200"/>
                <a:gd name="connsiteY8" fmla="*/ 1118 h 1919069"/>
                <a:gd name="connsiteX0" fmla="*/ 371475 w 1588662"/>
                <a:gd name="connsiteY0" fmla="*/ 1118 h 1919069"/>
                <a:gd name="connsiteX1" fmla="*/ 568075 w 1588662"/>
                <a:gd name="connsiteY1" fmla="*/ 602876 h 1919069"/>
                <a:gd name="connsiteX2" fmla="*/ 374089 w 1588662"/>
                <a:gd name="connsiteY2" fmla="*/ 646744 h 1919069"/>
                <a:gd name="connsiteX3" fmla="*/ 987445 w 1588662"/>
                <a:gd name="connsiteY3" fmla="*/ 1528815 h 1919069"/>
                <a:gd name="connsiteX4" fmla="*/ 1173048 w 1588662"/>
                <a:gd name="connsiteY4" fmla="*/ 1311482 h 1919069"/>
                <a:gd name="connsiteX5" fmla="*/ 1588662 w 1588662"/>
                <a:gd name="connsiteY5" fmla="*/ 1699723 h 1919069"/>
                <a:gd name="connsiteX6" fmla="*/ 1038225 w 1588662"/>
                <a:gd name="connsiteY6" fmla="*/ 1919069 h 1919069"/>
                <a:gd name="connsiteX7" fmla="*/ 0 w 1588662"/>
                <a:gd name="connsiteY7" fmla="*/ 376019 h 1919069"/>
                <a:gd name="connsiteX8" fmla="*/ 371475 w 1588662"/>
                <a:gd name="connsiteY8" fmla="*/ 1118 h 1919069"/>
                <a:gd name="connsiteX0" fmla="*/ 371475 w 1600166"/>
                <a:gd name="connsiteY0" fmla="*/ 1118 h 1919069"/>
                <a:gd name="connsiteX1" fmla="*/ 568075 w 1600166"/>
                <a:gd name="connsiteY1" fmla="*/ 602876 h 1919069"/>
                <a:gd name="connsiteX2" fmla="*/ 374089 w 1600166"/>
                <a:gd name="connsiteY2" fmla="*/ 646744 h 1919069"/>
                <a:gd name="connsiteX3" fmla="*/ 987445 w 1600166"/>
                <a:gd name="connsiteY3" fmla="*/ 1528815 h 1919069"/>
                <a:gd name="connsiteX4" fmla="*/ 1173048 w 1600166"/>
                <a:gd name="connsiteY4" fmla="*/ 1311482 h 1919069"/>
                <a:gd name="connsiteX5" fmla="*/ 1588662 w 1600166"/>
                <a:gd name="connsiteY5" fmla="*/ 1699723 h 1919069"/>
                <a:gd name="connsiteX6" fmla="*/ 1038225 w 1600166"/>
                <a:gd name="connsiteY6" fmla="*/ 1919069 h 1919069"/>
                <a:gd name="connsiteX7" fmla="*/ 0 w 1600166"/>
                <a:gd name="connsiteY7" fmla="*/ 376019 h 1919069"/>
                <a:gd name="connsiteX8" fmla="*/ 371475 w 1600166"/>
                <a:gd name="connsiteY8" fmla="*/ 1118 h 1919069"/>
                <a:gd name="connsiteX0" fmla="*/ 371475 w 1600166"/>
                <a:gd name="connsiteY0" fmla="*/ 1118 h 1919069"/>
                <a:gd name="connsiteX1" fmla="*/ 568075 w 1600166"/>
                <a:gd name="connsiteY1" fmla="*/ 602876 h 1919069"/>
                <a:gd name="connsiteX2" fmla="*/ 374089 w 1600166"/>
                <a:gd name="connsiteY2" fmla="*/ 646744 h 1919069"/>
                <a:gd name="connsiteX3" fmla="*/ 987445 w 1600166"/>
                <a:gd name="connsiteY3" fmla="*/ 1528815 h 1919069"/>
                <a:gd name="connsiteX4" fmla="*/ 1173048 w 1600166"/>
                <a:gd name="connsiteY4" fmla="*/ 1311482 h 1919069"/>
                <a:gd name="connsiteX5" fmla="*/ 1588662 w 1600166"/>
                <a:gd name="connsiteY5" fmla="*/ 1699723 h 1919069"/>
                <a:gd name="connsiteX6" fmla="*/ 1038225 w 1600166"/>
                <a:gd name="connsiteY6" fmla="*/ 1919069 h 1919069"/>
                <a:gd name="connsiteX7" fmla="*/ 0 w 1600166"/>
                <a:gd name="connsiteY7" fmla="*/ 376019 h 1919069"/>
                <a:gd name="connsiteX8" fmla="*/ 371475 w 1600166"/>
                <a:gd name="connsiteY8" fmla="*/ 1118 h 1919069"/>
                <a:gd name="connsiteX0" fmla="*/ 371475 w 1596260"/>
                <a:gd name="connsiteY0" fmla="*/ 1118 h 1919069"/>
                <a:gd name="connsiteX1" fmla="*/ 568075 w 1596260"/>
                <a:gd name="connsiteY1" fmla="*/ 602876 h 1919069"/>
                <a:gd name="connsiteX2" fmla="*/ 374089 w 1596260"/>
                <a:gd name="connsiteY2" fmla="*/ 646744 h 1919069"/>
                <a:gd name="connsiteX3" fmla="*/ 987445 w 1596260"/>
                <a:gd name="connsiteY3" fmla="*/ 1528815 h 1919069"/>
                <a:gd name="connsiteX4" fmla="*/ 1173048 w 1596260"/>
                <a:gd name="connsiteY4" fmla="*/ 1311482 h 1919069"/>
                <a:gd name="connsiteX5" fmla="*/ 1588662 w 1596260"/>
                <a:gd name="connsiteY5" fmla="*/ 1699723 h 1919069"/>
                <a:gd name="connsiteX6" fmla="*/ 1038225 w 1596260"/>
                <a:gd name="connsiteY6" fmla="*/ 1919069 h 1919069"/>
                <a:gd name="connsiteX7" fmla="*/ 0 w 1596260"/>
                <a:gd name="connsiteY7" fmla="*/ 376019 h 1919069"/>
                <a:gd name="connsiteX8" fmla="*/ 371475 w 1596260"/>
                <a:gd name="connsiteY8" fmla="*/ 1118 h 1919069"/>
                <a:gd name="connsiteX0" fmla="*/ 371475 w 1596260"/>
                <a:gd name="connsiteY0" fmla="*/ 1118 h 1919069"/>
                <a:gd name="connsiteX1" fmla="*/ 568075 w 1596260"/>
                <a:gd name="connsiteY1" fmla="*/ 602876 h 1919069"/>
                <a:gd name="connsiteX2" fmla="*/ 374089 w 1596260"/>
                <a:gd name="connsiteY2" fmla="*/ 646744 h 1919069"/>
                <a:gd name="connsiteX3" fmla="*/ 987445 w 1596260"/>
                <a:gd name="connsiteY3" fmla="*/ 1528815 h 1919069"/>
                <a:gd name="connsiteX4" fmla="*/ 1173048 w 1596260"/>
                <a:gd name="connsiteY4" fmla="*/ 1311482 h 1919069"/>
                <a:gd name="connsiteX5" fmla="*/ 1588662 w 1596260"/>
                <a:gd name="connsiteY5" fmla="*/ 1699723 h 1919069"/>
                <a:gd name="connsiteX6" fmla="*/ 1038225 w 1596260"/>
                <a:gd name="connsiteY6" fmla="*/ 1919069 h 1919069"/>
                <a:gd name="connsiteX7" fmla="*/ 0 w 1596260"/>
                <a:gd name="connsiteY7" fmla="*/ 376019 h 1919069"/>
                <a:gd name="connsiteX8" fmla="*/ 371475 w 1596260"/>
                <a:gd name="connsiteY8" fmla="*/ 1118 h 1919069"/>
                <a:gd name="connsiteX0" fmla="*/ 371475 w 1596260"/>
                <a:gd name="connsiteY0" fmla="*/ 1118 h 1946976"/>
                <a:gd name="connsiteX1" fmla="*/ 568075 w 1596260"/>
                <a:gd name="connsiteY1" fmla="*/ 602876 h 1946976"/>
                <a:gd name="connsiteX2" fmla="*/ 374089 w 1596260"/>
                <a:gd name="connsiteY2" fmla="*/ 646744 h 1946976"/>
                <a:gd name="connsiteX3" fmla="*/ 987445 w 1596260"/>
                <a:gd name="connsiteY3" fmla="*/ 1528815 h 1946976"/>
                <a:gd name="connsiteX4" fmla="*/ 1173048 w 1596260"/>
                <a:gd name="connsiteY4" fmla="*/ 1311482 h 1946976"/>
                <a:gd name="connsiteX5" fmla="*/ 1588662 w 1596260"/>
                <a:gd name="connsiteY5" fmla="*/ 1699723 h 1946976"/>
                <a:gd name="connsiteX6" fmla="*/ 1038225 w 1596260"/>
                <a:gd name="connsiteY6" fmla="*/ 1919069 h 1946976"/>
                <a:gd name="connsiteX7" fmla="*/ 0 w 1596260"/>
                <a:gd name="connsiteY7" fmla="*/ 376019 h 1946976"/>
                <a:gd name="connsiteX8" fmla="*/ 371475 w 1596260"/>
                <a:gd name="connsiteY8" fmla="*/ 1118 h 1946976"/>
                <a:gd name="connsiteX0" fmla="*/ 357053 w 1581838"/>
                <a:gd name="connsiteY0" fmla="*/ 1118 h 1946976"/>
                <a:gd name="connsiteX1" fmla="*/ 553653 w 1581838"/>
                <a:gd name="connsiteY1" fmla="*/ 602876 h 1946976"/>
                <a:gd name="connsiteX2" fmla="*/ 359667 w 1581838"/>
                <a:gd name="connsiteY2" fmla="*/ 646744 h 1946976"/>
                <a:gd name="connsiteX3" fmla="*/ 973023 w 1581838"/>
                <a:gd name="connsiteY3" fmla="*/ 1528815 h 1946976"/>
                <a:gd name="connsiteX4" fmla="*/ 1158626 w 1581838"/>
                <a:gd name="connsiteY4" fmla="*/ 1311482 h 1946976"/>
                <a:gd name="connsiteX5" fmla="*/ 1574240 w 1581838"/>
                <a:gd name="connsiteY5" fmla="*/ 1699723 h 1946976"/>
                <a:gd name="connsiteX6" fmla="*/ 1023803 w 1581838"/>
                <a:gd name="connsiteY6" fmla="*/ 1919069 h 1946976"/>
                <a:gd name="connsiteX7" fmla="*/ 0 w 1581838"/>
                <a:gd name="connsiteY7" fmla="*/ 378903 h 1946976"/>
                <a:gd name="connsiteX8" fmla="*/ 357053 w 1581838"/>
                <a:gd name="connsiteY8" fmla="*/ 1118 h 1946976"/>
                <a:gd name="connsiteX0" fmla="*/ 357053 w 1581838"/>
                <a:gd name="connsiteY0" fmla="*/ 1118 h 1946976"/>
                <a:gd name="connsiteX1" fmla="*/ 553653 w 1581838"/>
                <a:gd name="connsiteY1" fmla="*/ 602876 h 1946976"/>
                <a:gd name="connsiteX2" fmla="*/ 359667 w 1581838"/>
                <a:gd name="connsiteY2" fmla="*/ 646744 h 1946976"/>
                <a:gd name="connsiteX3" fmla="*/ 973023 w 1581838"/>
                <a:gd name="connsiteY3" fmla="*/ 1528815 h 1946976"/>
                <a:gd name="connsiteX4" fmla="*/ 1158626 w 1581838"/>
                <a:gd name="connsiteY4" fmla="*/ 1311482 h 1946976"/>
                <a:gd name="connsiteX5" fmla="*/ 1574240 w 1581838"/>
                <a:gd name="connsiteY5" fmla="*/ 1699723 h 1946976"/>
                <a:gd name="connsiteX6" fmla="*/ 1023803 w 1581838"/>
                <a:gd name="connsiteY6" fmla="*/ 1919069 h 1946976"/>
                <a:gd name="connsiteX7" fmla="*/ 0 w 1581838"/>
                <a:gd name="connsiteY7" fmla="*/ 378903 h 1946976"/>
                <a:gd name="connsiteX8" fmla="*/ 357053 w 1581838"/>
                <a:gd name="connsiteY8" fmla="*/ 1118 h 1946976"/>
                <a:gd name="connsiteX0" fmla="*/ 357053 w 1581838"/>
                <a:gd name="connsiteY0" fmla="*/ 1118 h 1946976"/>
                <a:gd name="connsiteX1" fmla="*/ 553653 w 1581838"/>
                <a:gd name="connsiteY1" fmla="*/ 602876 h 1946976"/>
                <a:gd name="connsiteX2" fmla="*/ 359667 w 1581838"/>
                <a:gd name="connsiteY2" fmla="*/ 646744 h 1946976"/>
                <a:gd name="connsiteX3" fmla="*/ 973023 w 1581838"/>
                <a:gd name="connsiteY3" fmla="*/ 1528815 h 1946976"/>
                <a:gd name="connsiteX4" fmla="*/ 1158626 w 1581838"/>
                <a:gd name="connsiteY4" fmla="*/ 1311482 h 1946976"/>
                <a:gd name="connsiteX5" fmla="*/ 1574240 w 1581838"/>
                <a:gd name="connsiteY5" fmla="*/ 1699723 h 1946976"/>
                <a:gd name="connsiteX6" fmla="*/ 1023803 w 1581838"/>
                <a:gd name="connsiteY6" fmla="*/ 1919069 h 1946976"/>
                <a:gd name="connsiteX7" fmla="*/ 0 w 1581838"/>
                <a:gd name="connsiteY7" fmla="*/ 378903 h 1946976"/>
                <a:gd name="connsiteX8" fmla="*/ 357053 w 1581838"/>
                <a:gd name="connsiteY8" fmla="*/ 1118 h 1946976"/>
                <a:gd name="connsiteX0" fmla="*/ 333976 w 1558761"/>
                <a:gd name="connsiteY0" fmla="*/ 1118 h 1946976"/>
                <a:gd name="connsiteX1" fmla="*/ 530576 w 1558761"/>
                <a:gd name="connsiteY1" fmla="*/ 602876 h 1946976"/>
                <a:gd name="connsiteX2" fmla="*/ 336590 w 1558761"/>
                <a:gd name="connsiteY2" fmla="*/ 646744 h 1946976"/>
                <a:gd name="connsiteX3" fmla="*/ 949946 w 1558761"/>
                <a:gd name="connsiteY3" fmla="*/ 1528815 h 1946976"/>
                <a:gd name="connsiteX4" fmla="*/ 1135549 w 1558761"/>
                <a:gd name="connsiteY4" fmla="*/ 1311482 h 1946976"/>
                <a:gd name="connsiteX5" fmla="*/ 1551163 w 1558761"/>
                <a:gd name="connsiteY5" fmla="*/ 1699723 h 1946976"/>
                <a:gd name="connsiteX6" fmla="*/ 1000726 w 1558761"/>
                <a:gd name="connsiteY6" fmla="*/ 1919069 h 1946976"/>
                <a:gd name="connsiteX7" fmla="*/ 0 w 1558761"/>
                <a:gd name="connsiteY7" fmla="*/ 390441 h 1946976"/>
                <a:gd name="connsiteX8" fmla="*/ 333976 w 1558761"/>
                <a:gd name="connsiteY8" fmla="*/ 1118 h 1946976"/>
                <a:gd name="connsiteX0" fmla="*/ 335877 w 1560662"/>
                <a:gd name="connsiteY0" fmla="*/ 1118 h 1946976"/>
                <a:gd name="connsiteX1" fmla="*/ 532477 w 1560662"/>
                <a:gd name="connsiteY1" fmla="*/ 602876 h 1946976"/>
                <a:gd name="connsiteX2" fmla="*/ 338491 w 1560662"/>
                <a:gd name="connsiteY2" fmla="*/ 646744 h 1946976"/>
                <a:gd name="connsiteX3" fmla="*/ 951847 w 1560662"/>
                <a:gd name="connsiteY3" fmla="*/ 1528815 h 1946976"/>
                <a:gd name="connsiteX4" fmla="*/ 1137450 w 1560662"/>
                <a:gd name="connsiteY4" fmla="*/ 1311482 h 1946976"/>
                <a:gd name="connsiteX5" fmla="*/ 1553064 w 1560662"/>
                <a:gd name="connsiteY5" fmla="*/ 1699723 h 1946976"/>
                <a:gd name="connsiteX6" fmla="*/ 1002627 w 1560662"/>
                <a:gd name="connsiteY6" fmla="*/ 1919069 h 1946976"/>
                <a:gd name="connsiteX7" fmla="*/ 1901 w 1560662"/>
                <a:gd name="connsiteY7" fmla="*/ 390441 h 1946976"/>
                <a:gd name="connsiteX8" fmla="*/ 335877 w 1560662"/>
                <a:gd name="connsiteY8" fmla="*/ 1118 h 1946976"/>
                <a:gd name="connsiteX0" fmla="*/ 335877 w 1560662"/>
                <a:gd name="connsiteY0" fmla="*/ 1118 h 1946976"/>
                <a:gd name="connsiteX1" fmla="*/ 532477 w 1560662"/>
                <a:gd name="connsiteY1" fmla="*/ 602876 h 1946976"/>
                <a:gd name="connsiteX2" fmla="*/ 338491 w 1560662"/>
                <a:gd name="connsiteY2" fmla="*/ 646744 h 1946976"/>
                <a:gd name="connsiteX3" fmla="*/ 951847 w 1560662"/>
                <a:gd name="connsiteY3" fmla="*/ 1528815 h 1946976"/>
                <a:gd name="connsiteX4" fmla="*/ 1137450 w 1560662"/>
                <a:gd name="connsiteY4" fmla="*/ 1311482 h 1946976"/>
                <a:gd name="connsiteX5" fmla="*/ 1553064 w 1560662"/>
                <a:gd name="connsiteY5" fmla="*/ 1699723 h 1946976"/>
                <a:gd name="connsiteX6" fmla="*/ 1002627 w 1560662"/>
                <a:gd name="connsiteY6" fmla="*/ 1919069 h 1946976"/>
                <a:gd name="connsiteX7" fmla="*/ 1901 w 1560662"/>
                <a:gd name="connsiteY7" fmla="*/ 390441 h 1946976"/>
                <a:gd name="connsiteX8" fmla="*/ 335877 w 1560662"/>
                <a:gd name="connsiteY8" fmla="*/ 1118 h 1946976"/>
                <a:gd name="connsiteX0" fmla="*/ 335877 w 1560662"/>
                <a:gd name="connsiteY0" fmla="*/ 1118 h 1946976"/>
                <a:gd name="connsiteX1" fmla="*/ 532477 w 1560662"/>
                <a:gd name="connsiteY1" fmla="*/ 602876 h 1946976"/>
                <a:gd name="connsiteX2" fmla="*/ 338491 w 1560662"/>
                <a:gd name="connsiteY2" fmla="*/ 646744 h 1946976"/>
                <a:gd name="connsiteX3" fmla="*/ 951847 w 1560662"/>
                <a:gd name="connsiteY3" fmla="*/ 1528815 h 1946976"/>
                <a:gd name="connsiteX4" fmla="*/ 1137450 w 1560662"/>
                <a:gd name="connsiteY4" fmla="*/ 1311482 h 1946976"/>
                <a:gd name="connsiteX5" fmla="*/ 1553064 w 1560662"/>
                <a:gd name="connsiteY5" fmla="*/ 1699723 h 1946976"/>
                <a:gd name="connsiteX6" fmla="*/ 1002627 w 1560662"/>
                <a:gd name="connsiteY6" fmla="*/ 1919069 h 1946976"/>
                <a:gd name="connsiteX7" fmla="*/ 1901 w 1560662"/>
                <a:gd name="connsiteY7" fmla="*/ 390441 h 1946976"/>
                <a:gd name="connsiteX8" fmla="*/ 335877 w 1560662"/>
                <a:gd name="connsiteY8" fmla="*/ 1118 h 1946976"/>
                <a:gd name="connsiteX0" fmla="*/ 335877 w 1560662"/>
                <a:gd name="connsiteY0" fmla="*/ 1118 h 1946976"/>
                <a:gd name="connsiteX1" fmla="*/ 532477 w 1560662"/>
                <a:gd name="connsiteY1" fmla="*/ 602876 h 1946976"/>
                <a:gd name="connsiteX2" fmla="*/ 344260 w 1560662"/>
                <a:gd name="connsiteY2" fmla="*/ 655398 h 1946976"/>
                <a:gd name="connsiteX3" fmla="*/ 951847 w 1560662"/>
                <a:gd name="connsiteY3" fmla="*/ 1528815 h 1946976"/>
                <a:gd name="connsiteX4" fmla="*/ 1137450 w 1560662"/>
                <a:gd name="connsiteY4" fmla="*/ 1311482 h 1946976"/>
                <a:gd name="connsiteX5" fmla="*/ 1553064 w 1560662"/>
                <a:gd name="connsiteY5" fmla="*/ 1699723 h 1946976"/>
                <a:gd name="connsiteX6" fmla="*/ 1002627 w 1560662"/>
                <a:gd name="connsiteY6" fmla="*/ 1919069 h 1946976"/>
                <a:gd name="connsiteX7" fmla="*/ 1901 w 1560662"/>
                <a:gd name="connsiteY7" fmla="*/ 390441 h 1946976"/>
                <a:gd name="connsiteX8" fmla="*/ 335877 w 1560662"/>
                <a:gd name="connsiteY8" fmla="*/ 1118 h 1946976"/>
                <a:gd name="connsiteX0" fmla="*/ 335877 w 1560662"/>
                <a:gd name="connsiteY0" fmla="*/ 196 h 1946054"/>
                <a:gd name="connsiteX1" fmla="*/ 532477 w 1560662"/>
                <a:gd name="connsiteY1" fmla="*/ 601954 h 1946054"/>
                <a:gd name="connsiteX2" fmla="*/ 344260 w 1560662"/>
                <a:gd name="connsiteY2" fmla="*/ 654476 h 1946054"/>
                <a:gd name="connsiteX3" fmla="*/ 951847 w 1560662"/>
                <a:gd name="connsiteY3" fmla="*/ 1527893 h 1946054"/>
                <a:gd name="connsiteX4" fmla="*/ 1137450 w 1560662"/>
                <a:gd name="connsiteY4" fmla="*/ 1310560 h 1946054"/>
                <a:gd name="connsiteX5" fmla="*/ 1553064 w 1560662"/>
                <a:gd name="connsiteY5" fmla="*/ 1698801 h 1946054"/>
                <a:gd name="connsiteX6" fmla="*/ 1002627 w 1560662"/>
                <a:gd name="connsiteY6" fmla="*/ 1918147 h 1946054"/>
                <a:gd name="connsiteX7" fmla="*/ 1901 w 1560662"/>
                <a:gd name="connsiteY7" fmla="*/ 389519 h 1946054"/>
                <a:gd name="connsiteX8" fmla="*/ 335877 w 1560662"/>
                <a:gd name="connsiteY8" fmla="*/ 196 h 1946054"/>
                <a:gd name="connsiteX0" fmla="*/ 332898 w 1560662"/>
                <a:gd name="connsiteY0" fmla="*/ 199 h 1937121"/>
                <a:gd name="connsiteX1" fmla="*/ 532477 w 1560662"/>
                <a:gd name="connsiteY1" fmla="*/ 593021 h 1937121"/>
                <a:gd name="connsiteX2" fmla="*/ 344260 w 1560662"/>
                <a:gd name="connsiteY2" fmla="*/ 645543 h 1937121"/>
                <a:gd name="connsiteX3" fmla="*/ 951847 w 1560662"/>
                <a:gd name="connsiteY3" fmla="*/ 1518960 h 1937121"/>
                <a:gd name="connsiteX4" fmla="*/ 1137450 w 1560662"/>
                <a:gd name="connsiteY4" fmla="*/ 1301627 h 1937121"/>
                <a:gd name="connsiteX5" fmla="*/ 1553064 w 1560662"/>
                <a:gd name="connsiteY5" fmla="*/ 1689868 h 1937121"/>
                <a:gd name="connsiteX6" fmla="*/ 1002627 w 1560662"/>
                <a:gd name="connsiteY6" fmla="*/ 1909214 h 1937121"/>
                <a:gd name="connsiteX7" fmla="*/ 1901 w 1560662"/>
                <a:gd name="connsiteY7" fmla="*/ 380586 h 1937121"/>
                <a:gd name="connsiteX8" fmla="*/ 332898 w 1560662"/>
                <a:gd name="connsiteY8" fmla="*/ 199 h 1937121"/>
                <a:gd name="connsiteX0" fmla="*/ 332898 w 1560662"/>
                <a:gd name="connsiteY0" fmla="*/ 199 h 1937121"/>
                <a:gd name="connsiteX1" fmla="*/ 532477 w 1560662"/>
                <a:gd name="connsiteY1" fmla="*/ 593021 h 1937121"/>
                <a:gd name="connsiteX2" fmla="*/ 344260 w 1560662"/>
                <a:gd name="connsiteY2" fmla="*/ 645543 h 1937121"/>
                <a:gd name="connsiteX3" fmla="*/ 951847 w 1560662"/>
                <a:gd name="connsiteY3" fmla="*/ 1518960 h 1937121"/>
                <a:gd name="connsiteX4" fmla="*/ 1137450 w 1560662"/>
                <a:gd name="connsiteY4" fmla="*/ 1301627 h 1937121"/>
                <a:gd name="connsiteX5" fmla="*/ 1553064 w 1560662"/>
                <a:gd name="connsiteY5" fmla="*/ 1689868 h 1937121"/>
                <a:gd name="connsiteX6" fmla="*/ 1002627 w 1560662"/>
                <a:gd name="connsiteY6" fmla="*/ 1909214 h 1937121"/>
                <a:gd name="connsiteX7" fmla="*/ 1901 w 1560662"/>
                <a:gd name="connsiteY7" fmla="*/ 380586 h 1937121"/>
                <a:gd name="connsiteX8" fmla="*/ 332898 w 1560662"/>
                <a:gd name="connsiteY8" fmla="*/ 199 h 1937121"/>
                <a:gd name="connsiteX0" fmla="*/ 332898 w 1560662"/>
                <a:gd name="connsiteY0" fmla="*/ 199 h 1937121"/>
                <a:gd name="connsiteX1" fmla="*/ 532477 w 1560662"/>
                <a:gd name="connsiteY1" fmla="*/ 593021 h 1937121"/>
                <a:gd name="connsiteX2" fmla="*/ 344260 w 1560662"/>
                <a:gd name="connsiteY2" fmla="*/ 645543 h 1937121"/>
                <a:gd name="connsiteX3" fmla="*/ 951847 w 1560662"/>
                <a:gd name="connsiteY3" fmla="*/ 1518960 h 1937121"/>
                <a:gd name="connsiteX4" fmla="*/ 1137450 w 1560662"/>
                <a:gd name="connsiteY4" fmla="*/ 1301627 h 1937121"/>
                <a:gd name="connsiteX5" fmla="*/ 1553064 w 1560662"/>
                <a:gd name="connsiteY5" fmla="*/ 1689868 h 1937121"/>
                <a:gd name="connsiteX6" fmla="*/ 1002627 w 1560662"/>
                <a:gd name="connsiteY6" fmla="*/ 1909214 h 1937121"/>
                <a:gd name="connsiteX7" fmla="*/ 1901 w 1560662"/>
                <a:gd name="connsiteY7" fmla="*/ 380586 h 1937121"/>
                <a:gd name="connsiteX8" fmla="*/ 332898 w 1560662"/>
                <a:gd name="connsiteY8" fmla="*/ 199 h 1937121"/>
                <a:gd name="connsiteX0" fmla="*/ 332898 w 1565431"/>
                <a:gd name="connsiteY0" fmla="*/ 199 h 1937121"/>
                <a:gd name="connsiteX1" fmla="*/ 532477 w 1565431"/>
                <a:gd name="connsiteY1" fmla="*/ 593021 h 1937121"/>
                <a:gd name="connsiteX2" fmla="*/ 344260 w 1565431"/>
                <a:gd name="connsiteY2" fmla="*/ 645543 h 1937121"/>
                <a:gd name="connsiteX3" fmla="*/ 951847 w 1565431"/>
                <a:gd name="connsiteY3" fmla="*/ 1518960 h 1937121"/>
                <a:gd name="connsiteX4" fmla="*/ 1137450 w 1565431"/>
                <a:gd name="connsiteY4" fmla="*/ 1301627 h 1937121"/>
                <a:gd name="connsiteX5" fmla="*/ 1553064 w 1565431"/>
                <a:gd name="connsiteY5" fmla="*/ 1689868 h 1937121"/>
                <a:gd name="connsiteX6" fmla="*/ 1002627 w 1565431"/>
                <a:gd name="connsiteY6" fmla="*/ 1909214 h 1937121"/>
                <a:gd name="connsiteX7" fmla="*/ 1901 w 1565431"/>
                <a:gd name="connsiteY7" fmla="*/ 380586 h 1937121"/>
                <a:gd name="connsiteX8" fmla="*/ 332898 w 1565431"/>
                <a:gd name="connsiteY8" fmla="*/ 199 h 1937121"/>
                <a:gd name="connsiteX0" fmla="*/ 332898 w 1565431"/>
                <a:gd name="connsiteY0" fmla="*/ 199 h 1937121"/>
                <a:gd name="connsiteX1" fmla="*/ 532477 w 1565431"/>
                <a:gd name="connsiteY1" fmla="*/ 593021 h 1937121"/>
                <a:gd name="connsiteX2" fmla="*/ 344260 w 1565431"/>
                <a:gd name="connsiteY2" fmla="*/ 645543 h 1937121"/>
                <a:gd name="connsiteX3" fmla="*/ 951847 w 1565431"/>
                <a:gd name="connsiteY3" fmla="*/ 1518960 h 1937121"/>
                <a:gd name="connsiteX4" fmla="*/ 1137450 w 1565431"/>
                <a:gd name="connsiteY4" fmla="*/ 1301627 h 1937121"/>
                <a:gd name="connsiteX5" fmla="*/ 1553064 w 1565431"/>
                <a:gd name="connsiteY5" fmla="*/ 1689868 h 1937121"/>
                <a:gd name="connsiteX6" fmla="*/ 1002627 w 1565431"/>
                <a:gd name="connsiteY6" fmla="*/ 1909214 h 1937121"/>
                <a:gd name="connsiteX7" fmla="*/ 1901 w 1565431"/>
                <a:gd name="connsiteY7" fmla="*/ 380586 h 1937121"/>
                <a:gd name="connsiteX8" fmla="*/ 332898 w 1565431"/>
                <a:gd name="connsiteY8" fmla="*/ 199 h 1937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65431" h="1937121">
                  <a:moveTo>
                    <a:pt x="332898" y="199"/>
                  </a:moveTo>
                  <a:cubicBezTo>
                    <a:pt x="480797" y="-12106"/>
                    <a:pt x="712130" y="551085"/>
                    <a:pt x="532477" y="593021"/>
                  </a:cubicBezTo>
                  <a:lnTo>
                    <a:pt x="344260" y="645543"/>
                  </a:lnTo>
                  <a:cubicBezTo>
                    <a:pt x="475639" y="1163599"/>
                    <a:pt x="690666" y="1300897"/>
                    <a:pt x="951847" y="1518960"/>
                  </a:cubicBezTo>
                  <a:cubicBezTo>
                    <a:pt x="1003138" y="1396518"/>
                    <a:pt x="1042046" y="1291100"/>
                    <a:pt x="1137450" y="1301627"/>
                  </a:cubicBezTo>
                  <a:cubicBezTo>
                    <a:pt x="1276950" y="1299313"/>
                    <a:pt x="1636332" y="1564228"/>
                    <a:pt x="1553064" y="1689868"/>
                  </a:cubicBezTo>
                  <a:cubicBezTo>
                    <a:pt x="1389777" y="1941825"/>
                    <a:pt x="1145722" y="1971673"/>
                    <a:pt x="1002627" y="1909214"/>
                  </a:cubicBezTo>
                  <a:cubicBezTo>
                    <a:pt x="545977" y="1690048"/>
                    <a:pt x="-37590" y="1110316"/>
                    <a:pt x="1901" y="380586"/>
                  </a:cubicBezTo>
                  <a:cubicBezTo>
                    <a:pt x="36305" y="148891"/>
                    <a:pt x="133416" y="23363"/>
                    <a:pt x="332898" y="19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</p:grpSp>
    </p:spTree>
    <p:extLst>
      <p:ext uri="{BB962C8B-B14F-4D97-AF65-F5344CB8AC3E}">
        <p14:creationId xmlns:p14="http://schemas.microsoft.com/office/powerpoint/2010/main" val="28217175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F3EA53A-528F-4B08-8DE4-7430DCC825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987574"/>
            <a:ext cx="8458200" cy="3819525"/>
          </a:xfrm>
          <a:prstGeom prst="rect">
            <a:avLst/>
          </a:prstGeom>
        </p:spPr>
      </p:pic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5BC49EF1-8529-4A1B-AA3E-06CA1F6803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Call Screen System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5973194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603E267-58B6-439F-B268-FEA49465E0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75" y="1131590"/>
            <a:ext cx="8705850" cy="3657600"/>
          </a:xfrm>
          <a:prstGeom prst="rect">
            <a:avLst/>
          </a:prstGeom>
        </p:spPr>
      </p:pic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66173F5F-8769-41CC-9EDE-83DF8CBFD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Report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6091656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026DAD0-D62F-4934-AB9D-F39C152310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Timeline</a:t>
            </a:r>
            <a:endParaRPr lang="th-TH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81D10A5-E7E2-4543-9ED3-F31BFB79BF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6152769"/>
              </p:ext>
            </p:extLst>
          </p:nvPr>
        </p:nvGraphicFramePr>
        <p:xfrm>
          <a:off x="611560" y="987574"/>
          <a:ext cx="7416824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2891">
                  <a:extLst>
                    <a:ext uri="{9D8B030D-6E8A-4147-A177-3AD203B41FA5}">
                      <a16:colId xmlns:a16="http://schemas.microsoft.com/office/drawing/2014/main" val="1305486422"/>
                    </a:ext>
                  </a:extLst>
                </a:gridCol>
                <a:gridCol w="3123933">
                  <a:extLst>
                    <a:ext uri="{9D8B030D-6E8A-4147-A177-3AD203B41FA5}">
                      <a16:colId xmlns:a16="http://schemas.microsoft.com/office/drawing/2014/main" val="28728375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Call Center 1-2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68305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/>
                        <a:t>Go Lives : New Gen Port System</a:t>
                      </a:r>
                      <a:endParaRPr lang="th-TH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/>
                        <a:t>10/01/2024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41042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Go Lives : Log In Call Screen</a:t>
                      </a:r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17/01/2024</a:t>
                      </a:r>
                      <a:endParaRPr lang="th-TH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3508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Go Lives : Port COLS</a:t>
                      </a:r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UAT</a:t>
                      </a:r>
                      <a:endParaRPr lang="th-T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4264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Go Lives : Port Due27</a:t>
                      </a:r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UAT</a:t>
                      </a:r>
                      <a:endParaRPr lang="th-T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84450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Go Lives : Port Due17</a:t>
                      </a:r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UAT</a:t>
                      </a:r>
                      <a:endParaRPr lang="th-T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3054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Go Lives : Port Due2 (RL+IL+PW)</a:t>
                      </a:r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UAT</a:t>
                      </a:r>
                      <a:endParaRPr lang="th-T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18474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58551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026DAD0-D62F-4934-AB9D-F39C152310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Timeline</a:t>
            </a:r>
            <a:endParaRPr lang="th-TH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81D10A5-E7E2-4543-9ED3-F31BFB79BF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7814183"/>
              </p:ext>
            </p:extLst>
          </p:nvPr>
        </p:nvGraphicFramePr>
        <p:xfrm>
          <a:off x="611560" y="987574"/>
          <a:ext cx="7416824" cy="28651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292891">
                  <a:extLst>
                    <a:ext uri="{9D8B030D-6E8A-4147-A177-3AD203B41FA5}">
                      <a16:colId xmlns:a16="http://schemas.microsoft.com/office/drawing/2014/main" val="1305486422"/>
                    </a:ext>
                  </a:extLst>
                </a:gridCol>
                <a:gridCol w="3123933">
                  <a:extLst>
                    <a:ext uri="{9D8B030D-6E8A-4147-A177-3AD203B41FA5}">
                      <a16:colId xmlns:a16="http://schemas.microsoft.com/office/drawing/2014/main" val="28728375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Call Center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68305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Go Lives : New Gen Port System</a:t>
                      </a:r>
                      <a:endParaRPr lang="th-TH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10/01/2024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41042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Go Lives : Log In Call Screen</a:t>
                      </a:r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17/01/2024</a:t>
                      </a:r>
                      <a:endParaRPr lang="th-TH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3508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Go Lives : Port Due27</a:t>
                      </a:r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UAT</a:t>
                      </a:r>
                      <a:endParaRPr lang="th-T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84450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Go Lives : Port Due17</a:t>
                      </a:r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UAT</a:t>
                      </a:r>
                      <a:endParaRPr lang="th-T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3054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Go Lives : Port Due2 </a:t>
                      </a:r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UAT</a:t>
                      </a:r>
                      <a:endParaRPr lang="th-T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1847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Go Lives : Individual Performance </a:t>
                      </a:r>
                    </a:p>
                    <a:p>
                      <a:r>
                        <a:rPr lang="en-US" dirty="0"/>
                        <a:t>Report</a:t>
                      </a:r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UAT</a:t>
                      </a:r>
                      <a:endParaRPr lang="th-T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84366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51052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203700" y="2283718"/>
            <a:ext cx="2736303" cy="576063"/>
          </a:xfrm>
        </p:spPr>
        <p:txBody>
          <a:bodyPr>
            <a:normAutofit fontScale="92500" lnSpcReduction="10000"/>
          </a:bodyPr>
          <a:lstStyle/>
          <a:p>
            <a:r>
              <a:rPr lang="en-US" altLang="ko-KR" dirty="0"/>
              <a:t>Thank you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03081656"/>
      </p:ext>
    </p:extLst>
  </p:cSld>
  <p:clrMapOvr>
    <a:masterClrMapping/>
  </p:clrMapOvr>
</p:sld>
</file>

<file path=ppt/theme/theme1.xml><?xml version="1.0" encoding="utf-8"?>
<a:theme xmlns:a="http://schemas.openxmlformats.org/drawingml/2006/main" name="Contents Slide Master">
  <a:themeElements>
    <a:clrScheme name="ALLPPT-COLOR-A2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8B2A3"/>
      </a:accent1>
      <a:accent2>
        <a:srgbClr val="A4B4EA"/>
      </a:accent2>
      <a:accent3>
        <a:srgbClr val="9AD3E9"/>
      </a:accent3>
      <a:accent4>
        <a:srgbClr val="98DFBB"/>
      </a:accent4>
      <a:accent5>
        <a:srgbClr val="CBCBCB"/>
      </a:accent5>
      <a:accent6>
        <a:srgbClr val="576868"/>
      </a:accent6>
      <a:hlink>
        <a:srgbClr val="3F3F3F"/>
      </a:hlink>
      <a:folHlink>
        <a:srgbClr val="3F3F3F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9AD3E9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Section Break Slide Master">
  <a:themeElements>
    <a:clrScheme name="ALLPPT-COLOR-A2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8B2A3"/>
      </a:accent1>
      <a:accent2>
        <a:srgbClr val="A4B4EA"/>
      </a:accent2>
      <a:accent3>
        <a:srgbClr val="9AD3E9"/>
      </a:accent3>
      <a:accent4>
        <a:srgbClr val="98DFBB"/>
      </a:accent4>
      <a:accent5>
        <a:srgbClr val="CBCBCB"/>
      </a:accent5>
      <a:accent6>
        <a:srgbClr val="576868"/>
      </a:accent6>
      <a:hlink>
        <a:srgbClr val="3F3F3F"/>
      </a:hlink>
      <a:folHlink>
        <a:srgbClr val="3F3F3F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43512</TotalTime>
  <Words>531</Words>
  <Application>Microsoft Office PowerPoint</Application>
  <PresentationFormat>On-screen Show (16:9)</PresentationFormat>
  <Paragraphs>199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Malgun Gothic</vt:lpstr>
      <vt:lpstr>Arial</vt:lpstr>
      <vt:lpstr>Arial Unicode MS</vt:lpstr>
      <vt:lpstr>Tahoma</vt:lpstr>
      <vt:lpstr>Contents Slide Master</vt:lpstr>
      <vt:lpstr>Section Break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GoogleSlidesPPT.com;Allppt.com</dc:creator>
  <cp:lastModifiedBy>ITAS.Atichart</cp:lastModifiedBy>
  <cp:revision>283</cp:revision>
  <dcterms:created xsi:type="dcterms:W3CDTF">2016-12-05T23:26:54Z</dcterms:created>
  <dcterms:modified xsi:type="dcterms:W3CDTF">2024-01-09T06:57:26Z</dcterms:modified>
</cp:coreProperties>
</file>